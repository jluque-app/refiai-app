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3.xml"/>
  <Override ContentType="application/vnd.openxmlformats-officedocument.themeOverride+xml" PartName="/ppt/theme/themeOverride2.xml"/>
  <Override ContentType="application/vnd.openxmlformats-officedocument.themeOverride+xml" PartName="/ppt/theme/themeOverride4.xml"/>
  <Override ContentType="application/vnd.openxmlformats-officedocument.themeOverride+xml" PartName="/ppt/theme/themeOverride5.xml"/>
  <Override ContentType="application/vnd.openxmlformats-officedocument.themeOverride+xml" PartName="/ppt/theme/themeOverride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9977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hWTY8k+aRJfQAaNkhyju+QR1zx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file:///C:\Documents%20and%20Settings\jgwalsh\Desktop\HKUST\10%20Lecture%20Notes\Drafts\05%20Commerical%20Mortgage%20Design\Loan%20Amortization%20Tables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file:///C:\Documents%20and%20Settings\jgwalsh\Desktop\HKUST\10%20Lecture%20Notes\Drafts\05%20Commerical%20Mortgage%20Design\Loan%20Amortization%20Tables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oleObject" Target="file:///C:\Documents%20and%20Settings\jgwalsh\Desktop\HKUST\10%20Lecture%20Notes\Drafts\05%20Commerical%20Mortgage%20Design\Loan%20Amortization%20Tables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oleObject" Target="file:///C:\Documents%20and%20Settings\jgwalsh\Desktop\HKUST\10%20Lecture%20Notes\FINA561-05%20Commercial%20Mortgage%20Examples.xlsx" TargetMode="External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oleObject" Target="file:///C:\Documents%20and%20Settings\jgwalsh\Desktop\HKUST\10%20Lecture%20Notes\FINA561-05%20Commercial%20Mortgage%20Examp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Loan Amortization</a:t>
            </a:r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6039107611548567"/>
          <c:y val="0.18931379566858955"/>
          <c:w val="0.65532895888014064"/>
          <c:h val="0.608042724605948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IO!$D$22</c:f>
              <c:strCache>
                <c:ptCount val="1"/>
                <c:pt idx="0">
                  <c:v>Interest</c:v>
                </c:pt>
              </c:strCache>
            </c:strRef>
          </c:tx>
          <c:spPr>
            <a:gradFill>
              <a:gsLst>
                <a:gs pos="0">
                  <a:srgbClr val="C0504D">
                    <a:lumMod val="60000"/>
                    <a:lumOff val="40000"/>
                  </a:srgbClr>
                </a:gs>
                <a:gs pos="53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IO!$A$23:$A$382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IO!$D$23:$D$382</c:f>
              <c:numCache>
                <c:formatCode>_("$"* #,##0.00_);_("$"* \(#,##0.00\);_("$"* "-"??_);_(@_)</c:formatCode>
                <c:ptCount val="360"/>
                <c:pt idx="0">
                  <c:v>583.3333333333336</c:v>
                </c:pt>
                <c:pt idx="1">
                  <c:v>583.3333333333336</c:v>
                </c:pt>
                <c:pt idx="2">
                  <c:v>583.3333333333336</c:v>
                </c:pt>
                <c:pt idx="3">
                  <c:v>583.3333333333336</c:v>
                </c:pt>
                <c:pt idx="4">
                  <c:v>583.3333333333336</c:v>
                </c:pt>
                <c:pt idx="5">
                  <c:v>583.3333333333336</c:v>
                </c:pt>
                <c:pt idx="6">
                  <c:v>583.3333333333336</c:v>
                </c:pt>
                <c:pt idx="7">
                  <c:v>583.3333333333336</c:v>
                </c:pt>
                <c:pt idx="8">
                  <c:v>583.3333333333336</c:v>
                </c:pt>
                <c:pt idx="9">
                  <c:v>583.3333333333336</c:v>
                </c:pt>
                <c:pt idx="10">
                  <c:v>583.3333333333336</c:v>
                </c:pt>
                <c:pt idx="11">
                  <c:v>583.3333333333336</c:v>
                </c:pt>
                <c:pt idx="12">
                  <c:v>583.3333333333336</c:v>
                </c:pt>
                <c:pt idx="13">
                  <c:v>583.3333333333336</c:v>
                </c:pt>
                <c:pt idx="14">
                  <c:v>583.3333333333336</c:v>
                </c:pt>
                <c:pt idx="15">
                  <c:v>583.3333333333336</c:v>
                </c:pt>
                <c:pt idx="16">
                  <c:v>583.3333333333336</c:v>
                </c:pt>
                <c:pt idx="17">
                  <c:v>583.3333333333336</c:v>
                </c:pt>
                <c:pt idx="18">
                  <c:v>583.3333333333336</c:v>
                </c:pt>
                <c:pt idx="19">
                  <c:v>583.3333333333336</c:v>
                </c:pt>
                <c:pt idx="20">
                  <c:v>583.3333333333336</c:v>
                </c:pt>
                <c:pt idx="21">
                  <c:v>583.3333333333336</c:v>
                </c:pt>
                <c:pt idx="22">
                  <c:v>583.3333333333336</c:v>
                </c:pt>
                <c:pt idx="23">
                  <c:v>583.3333333333336</c:v>
                </c:pt>
                <c:pt idx="24">
                  <c:v>583.3333333333336</c:v>
                </c:pt>
                <c:pt idx="25">
                  <c:v>583.3333333333336</c:v>
                </c:pt>
                <c:pt idx="26">
                  <c:v>583.3333333333336</c:v>
                </c:pt>
                <c:pt idx="27">
                  <c:v>583.3333333333336</c:v>
                </c:pt>
                <c:pt idx="28">
                  <c:v>583.3333333333336</c:v>
                </c:pt>
                <c:pt idx="29">
                  <c:v>583.3333333333336</c:v>
                </c:pt>
                <c:pt idx="30">
                  <c:v>583.3333333333336</c:v>
                </c:pt>
                <c:pt idx="31">
                  <c:v>583.3333333333336</c:v>
                </c:pt>
                <c:pt idx="32">
                  <c:v>583.3333333333336</c:v>
                </c:pt>
                <c:pt idx="33">
                  <c:v>583.3333333333336</c:v>
                </c:pt>
                <c:pt idx="34">
                  <c:v>583.3333333333336</c:v>
                </c:pt>
                <c:pt idx="35">
                  <c:v>583.3333333333336</c:v>
                </c:pt>
                <c:pt idx="36">
                  <c:v>583.3333333333336</c:v>
                </c:pt>
                <c:pt idx="37">
                  <c:v>583.3333333333336</c:v>
                </c:pt>
                <c:pt idx="38">
                  <c:v>583.3333333333336</c:v>
                </c:pt>
                <c:pt idx="39">
                  <c:v>583.3333333333336</c:v>
                </c:pt>
                <c:pt idx="40">
                  <c:v>583.3333333333336</c:v>
                </c:pt>
                <c:pt idx="41">
                  <c:v>583.3333333333336</c:v>
                </c:pt>
                <c:pt idx="42">
                  <c:v>583.3333333333336</c:v>
                </c:pt>
                <c:pt idx="43">
                  <c:v>583.3333333333336</c:v>
                </c:pt>
                <c:pt idx="44">
                  <c:v>583.3333333333336</c:v>
                </c:pt>
                <c:pt idx="45">
                  <c:v>583.3333333333336</c:v>
                </c:pt>
                <c:pt idx="46">
                  <c:v>583.3333333333336</c:v>
                </c:pt>
                <c:pt idx="47">
                  <c:v>583.3333333333336</c:v>
                </c:pt>
                <c:pt idx="48">
                  <c:v>583.3333333333336</c:v>
                </c:pt>
                <c:pt idx="49">
                  <c:v>583.3333333333336</c:v>
                </c:pt>
                <c:pt idx="50">
                  <c:v>583.3333333333336</c:v>
                </c:pt>
                <c:pt idx="51">
                  <c:v>583.3333333333336</c:v>
                </c:pt>
                <c:pt idx="52">
                  <c:v>583.3333333333336</c:v>
                </c:pt>
                <c:pt idx="53">
                  <c:v>583.3333333333336</c:v>
                </c:pt>
                <c:pt idx="54">
                  <c:v>583.3333333333336</c:v>
                </c:pt>
                <c:pt idx="55">
                  <c:v>583.3333333333336</c:v>
                </c:pt>
                <c:pt idx="56">
                  <c:v>583.3333333333336</c:v>
                </c:pt>
                <c:pt idx="57">
                  <c:v>583.3333333333336</c:v>
                </c:pt>
                <c:pt idx="58">
                  <c:v>583.3333333333336</c:v>
                </c:pt>
                <c:pt idx="59">
                  <c:v>583.3333333333336</c:v>
                </c:pt>
                <c:pt idx="60">
                  <c:v>583.3333333333336</c:v>
                </c:pt>
                <c:pt idx="61">
                  <c:v>583.3333333333336</c:v>
                </c:pt>
                <c:pt idx="62">
                  <c:v>583.3333333333336</c:v>
                </c:pt>
                <c:pt idx="63">
                  <c:v>583.3333333333336</c:v>
                </c:pt>
                <c:pt idx="64">
                  <c:v>583.3333333333336</c:v>
                </c:pt>
                <c:pt idx="65">
                  <c:v>583.3333333333336</c:v>
                </c:pt>
                <c:pt idx="66">
                  <c:v>583.3333333333336</c:v>
                </c:pt>
                <c:pt idx="67">
                  <c:v>583.3333333333336</c:v>
                </c:pt>
                <c:pt idx="68">
                  <c:v>583.3333333333336</c:v>
                </c:pt>
                <c:pt idx="69">
                  <c:v>583.3333333333336</c:v>
                </c:pt>
                <c:pt idx="70">
                  <c:v>583.3333333333336</c:v>
                </c:pt>
                <c:pt idx="71">
                  <c:v>583.3333333333336</c:v>
                </c:pt>
                <c:pt idx="72">
                  <c:v>583.3333333333336</c:v>
                </c:pt>
                <c:pt idx="73">
                  <c:v>583.3333333333336</c:v>
                </c:pt>
                <c:pt idx="74">
                  <c:v>583.3333333333336</c:v>
                </c:pt>
                <c:pt idx="75">
                  <c:v>583.3333333333336</c:v>
                </c:pt>
                <c:pt idx="76">
                  <c:v>583.3333333333336</c:v>
                </c:pt>
                <c:pt idx="77">
                  <c:v>583.3333333333336</c:v>
                </c:pt>
                <c:pt idx="78">
                  <c:v>583.3333333333336</c:v>
                </c:pt>
                <c:pt idx="79">
                  <c:v>583.3333333333336</c:v>
                </c:pt>
                <c:pt idx="80">
                  <c:v>583.3333333333336</c:v>
                </c:pt>
                <c:pt idx="81">
                  <c:v>583.3333333333336</c:v>
                </c:pt>
                <c:pt idx="82">
                  <c:v>583.3333333333336</c:v>
                </c:pt>
                <c:pt idx="83">
                  <c:v>583.3333333333336</c:v>
                </c:pt>
                <c:pt idx="84">
                  <c:v>583.3333333333336</c:v>
                </c:pt>
                <c:pt idx="85">
                  <c:v>583.3333333333336</c:v>
                </c:pt>
                <c:pt idx="86">
                  <c:v>583.3333333333336</c:v>
                </c:pt>
                <c:pt idx="87">
                  <c:v>583.3333333333336</c:v>
                </c:pt>
                <c:pt idx="88">
                  <c:v>583.3333333333336</c:v>
                </c:pt>
                <c:pt idx="89">
                  <c:v>583.3333333333336</c:v>
                </c:pt>
                <c:pt idx="90">
                  <c:v>583.3333333333336</c:v>
                </c:pt>
                <c:pt idx="91">
                  <c:v>583.3333333333336</c:v>
                </c:pt>
                <c:pt idx="92">
                  <c:v>583.3333333333336</c:v>
                </c:pt>
                <c:pt idx="93">
                  <c:v>583.3333333333336</c:v>
                </c:pt>
                <c:pt idx="94">
                  <c:v>583.3333333333336</c:v>
                </c:pt>
                <c:pt idx="95">
                  <c:v>583.3333333333336</c:v>
                </c:pt>
                <c:pt idx="96">
                  <c:v>583.3333333333336</c:v>
                </c:pt>
                <c:pt idx="97">
                  <c:v>583.3333333333336</c:v>
                </c:pt>
                <c:pt idx="98">
                  <c:v>583.3333333333336</c:v>
                </c:pt>
                <c:pt idx="99">
                  <c:v>583.3333333333336</c:v>
                </c:pt>
                <c:pt idx="100">
                  <c:v>583.3333333333336</c:v>
                </c:pt>
                <c:pt idx="101">
                  <c:v>583.3333333333336</c:v>
                </c:pt>
                <c:pt idx="102">
                  <c:v>583.3333333333336</c:v>
                </c:pt>
                <c:pt idx="103">
                  <c:v>583.3333333333336</c:v>
                </c:pt>
                <c:pt idx="104">
                  <c:v>583.3333333333336</c:v>
                </c:pt>
                <c:pt idx="105">
                  <c:v>583.3333333333336</c:v>
                </c:pt>
                <c:pt idx="106">
                  <c:v>583.3333333333336</c:v>
                </c:pt>
                <c:pt idx="107">
                  <c:v>583.3333333333336</c:v>
                </c:pt>
                <c:pt idx="108">
                  <c:v>583.3333333333336</c:v>
                </c:pt>
                <c:pt idx="109">
                  <c:v>583.3333333333336</c:v>
                </c:pt>
                <c:pt idx="110">
                  <c:v>583.3333333333336</c:v>
                </c:pt>
                <c:pt idx="111">
                  <c:v>583.3333333333336</c:v>
                </c:pt>
                <c:pt idx="112">
                  <c:v>583.3333333333336</c:v>
                </c:pt>
                <c:pt idx="113">
                  <c:v>583.3333333333336</c:v>
                </c:pt>
                <c:pt idx="114">
                  <c:v>583.3333333333336</c:v>
                </c:pt>
                <c:pt idx="115">
                  <c:v>583.3333333333336</c:v>
                </c:pt>
                <c:pt idx="116">
                  <c:v>583.3333333333336</c:v>
                </c:pt>
                <c:pt idx="117">
                  <c:v>583.3333333333336</c:v>
                </c:pt>
                <c:pt idx="118">
                  <c:v>583.3333333333336</c:v>
                </c:pt>
                <c:pt idx="119">
                  <c:v>583.3333333333336</c:v>
                </c:pt>
                <c:pt idx="120">
                  <c:v>583.3333333333336</c:v>
                </c:pt>
                <c:pt idx="121">
                  <c:v>583.3333333333336</c:v>
                </c:pt>
                <c:pt idx="122">
                  <c:v>583.3333333333336</c:v>
                </c:pt>
                <c:pt idx="123">
                  <c:v>583.3333333333336</c:v>
                </c:pt>
                <c:pt idx="124">
                  <c:v>583.3333333333336</c:v>
                </c:pt>
                <c:pt idx="125">
                  <c:v>583.3333333333336</c:v>
                </c:pt>
                <c:pt idx="126">
                  <c:v>583.3333333333336</c:v>
                </c:pt>
                <c:pt idx="127">
                  <c:v>583.3333333333336</c:v>
                </c:pt>
                <c:pt idx="128">
                  <c:v>583.3333333333336</c:v>
                </c:pt>
                <c:pt idx="129">
                  <c:v>583.3333333333336</c:v>
                </c:pt>
                <c:pt idx="130">
                  <c:v>583.3333333333336</c:v>
                </c:pt>
                <c:pt idx="131">
                  <c:v>583.3333333333336</c:v>
                </c:pt>
                <c:pt idx="132">
                  <c:v>583.3333333333336</c:v>
                </c:pt>
                <c:pt idx="133">
                  <c:v>583.3333333333336</c:v>
                </c:pt>
                <c:pt idx="134">
                  <c:v>583.3333333333336</c:v>
                </c:pt>
                <c:pt idx="135">
                  <c:v>583.3333333333336</c:v>
                </c:pt>
                <c:pt idx="136">
                  <c:v>583.3333333333336</c:v>
                </c:pt>
                <c:pt idx="137">
                  <c:v>583.3333333333336</c:v>
                </c:pt>
                <c:pt idx="138">
                  <c:v>583.3333333333336</c:v>
                </c:pt>
                <c:pt idx="139">
                  <c:v>583.3333333333336</c:v>
                </c:pt>
                <c:pt idx="140">
                  <c:v>583.3333333333336</c:v>
                </c:pt>
                <c:pt idx="141">
                  <c:v>583.3333333333336</c:v>
                </c:pt>
                <c:pt idx="142">
                  <c:v>583.3333333333336</c:v>
                </c:pt>
                <c:pt idx="143">
                  <c:v>583.3333333333336</c:v>
                </c:pt>
                <c:pt idx="144">
                  <c:v>583.3333333333336</c:v>
                </c:pt>
                <c:pt idx="145">
                  <c:v>583.3333333333336</c:v>
                </c:pt>
                <c:pt idx="146">
                  <c:v>583.3333333333336</c:v>
                </c:pt>
                <c:pt idx="147">
                  <c:v>583.3333333333336</c:v>
                </c:pt>
                <c:pt idx="148">
                  <c:v>583.3333333333336</c:v>
                </c:pt>
                <c:pt idx="149">
                  <c:v>583.3333333333336</c:v>
                </c:pt>
                <c:pt idx="150">
                  <c:v>583.3333333333336</c:v>
                </c:pt>
                <c:pt idx="151">
                  <c:v>583.3333333333336</c:v>
                </c:pt>
                <c:pt idx="152">
                  <c:v>583.3333333333336</c:v>
                </c:pt>
                <c:pt idx="153">
                  <c:v>583.3333333333336</c:v>
                </c:pt>
                <c:pt idx="154">
                  <c:v>583.3333333333336</c:v>
                </c:pt>
                <c:pt idx="155">
                  <c:v>583.3333333333336</c:v>
                </c:pt>
                <c:pt idx="156">
                  <c:v>583.3333333333336</c:v>
                </c:pt>
                <c:pt idx="157">
                  <c:v>583.3333333333336</c:v>
                </c:pt>
                <c:pt idx="158">
                  <c:v>583.3333333333336</c:v>
                </c:pt>
                <c:pt idx="159">
                  <c:v>583.3333333333336</c:v>
                </c:pt>
                <c:pt idx="160">
                  <c:v>583.3333333333336</c:v>
                </c:pt>
                <c:pt idx="161">
                  <c:v>583.3333333333336</c:v>
                </c:pt>
                <c:pt idx="162">
                  <c:v>583.3333333333336</c:v>
                </c:pt>
                <c:pt idx="163">
                  <c:v>583.3333333333336</c:v>
                </c:pt>
                <c:pt idx="164">
                  <c:v>583.3333333333336</c:v>
                </c:pt>
                <c:pt idx="165">
                  <c:v>583.3333333333336</c:v>
                </c:pt>
                <c:pt idx="166">
                  <c:v>583.3333333333336</c:v>
                </c:pt>
                <c:pt idx="167">
                  <c:v>583.3333333333336</c:v>
                </c:pt>
                <c:pt idx="168">
                  <c:v>583.3333333333336</c:v>
                </c:pt>
                <c:pt idx="169">
                  <c:v>583.3333333333336</c:v>
                </c:pt>
                <c:pt idx="170">
                  <c:v>583.3333333333336</c:v>
                </c:pt>
                <c:pt idx="171">
                  <c:v>583.3333333333336</c:v>
                </c:pt>
                <c:pt idx="172">
                  <c:v>583.3333333333336</c:v>
                </c:pt>
                <c:pt idx="173">
                  <c:v>583.3333333333336</c:v>
                </c:pt>
                <c:pt idx="174">
                  <c:v>583.3333333333336</c:v>
                </c:pt>
                <c:pt idx="175">
                  <c:v>583.3333333333336</c:v>
                </c:pt>
                <c:pt idx="176">
                  <c:v>583.3333333333336</c:v>
                </c:pt>
                <c:pt idx="177">
                  <c:v>583.3333333333336</c:v>
                </c:pt>
                <c:pt idx="178">
                  <c:v>583.3333333333336</c:v>
                </c:pt>
                <c:pt idx="179">
                  <c:v>583.3333333333336</c:v>
                </c:pt>
                <c:pt idx="180">
                  <c:v>583.3333333333336</c:v>
                </c:pt>
                <c:pt idx="181">
                  <c:v>583.3333333333336</c:v>
                </c:pt>
                <c:pt idx="182">
                  <c:v>583.3333333333336</c:v>
                </c:pt>
                <c:pt idx="183">
                  <c:v>583.3333333333336</c:v>
                </c:pt>
                <c:pt idx="184">
                  <c:v>583.3333333333336</c:v>
                </c:pt>
                <c:pt idx="185">
                  <c:v>583.3333333333336</c:v>
                </c:pt>
                <c:pt idx="186">
                  <c:v>583.3333333333336</c:v>
                </c:pt>
                <c:pt idx="187">
                  <c:v>583.3333333333336</c:v>
                </c:pt>
                <c:pt idx="188">
                  <c:v>583.3333333333336</c:v>
                </c:pt>
                <c:pt idx="189">
                  <c:v>583.3333333333336</c:v>
                </c:pt>
                <c:pt idx="190">
                  <c:v>583.3333333333336</c:v>
                </c:pt>
                <c:pt idx="191">
                  <c:v>583.3333333333336</c:v>
                </c:pt>
                <c:pt idx="192">
                  <c:v>583.3333333333336</c:v>
                </c:pt>
                <c:pt idx="193">
                  <c:v>583.3333333333336</c:v>
                </c:pt>
                <c:pt idx="194">
                  <c:v>583.3333333333336</c:v>
                </c:pt>
                <c:pt idx="195">
                  <c:v>583.3333333333336</c:v>
                </c:pt>
                <c:pt idx="196">
                  <c:v>583.3333333333336</c:v>
                </c:pt>
                <c:pt idx="197">
                  <c:v>583.3333333333336</c:v>
                </c:pt>
                <c:pt idx="198">
                  <c:v>583.3333333333336</c:v>
                </c:pt>
                <c:pt idx="199">
                  <c:v>583.3333333333336</c:v>
                </c:pt>
                <c:pt idx="200">
                  <c:v>583.3333333333336</c:v>
                </c:pt>
                <c:pt idx="201">
                  <c:v>583.3333333333336</c:v>
                </c:pt>
                <c:pt idx="202">
                  <c:v>583.3333333333336</c:v>
                </c:pt>
                <c:pt idx="203">
                  <c:v>583.3333333333336</c:v>
                </c:pt>
                <c:pt idx="204">
                  <c:v>583.3333333333336</c:v>
                </c:pt>
                <c:pt idx="205">
                  <c:v>583.3333333333336</c:v>
                </c:pt>
                <c:pt idx="206">
                  <c:v>583.3333333333336</c:v>
                </c:pt>
                <c:pt idx="207">
                  <c:v>583.3333333333336</c:v>
                </c:pt>
                <c:pt idx="208">
                  <c:v>583.3333333333336</c:v>
                </c:pt>
                <c:pt idx="209">
                  <c:v>583.3333333333336</c:v>
                </c:pt>
                <c:pt idx="210">
                  <c:v>583.3333333333336</c:v>
                </c:pt>
                <c:pt idx="211">
                  <c:v>583.3333333333336</c:v>
                </c:pt>
                <c:pt idx="212">
                  <c:v>583.3333333333336</c:v>
                </c:pt>
                <c:pt idx="213">
                  <c:v>583.3333333333336</c:v>
                </c:pt>
                <c:pt idx="214">
                  <c:v>583.3333333333336</c:v>
                </c:pt>
                <c:pt idx="215">
                  <c:v>583.3333333333336</c:v>
                </c:pt>
                <c:pt idx="216">
                  <c:v>583.3333333333336</c:v>
                </c:pt>
                <c:pt idx="217">
                  <c:v>583.3333333333336</c:v>
                </c:pt>
                <c:pt idx="218">
                  <c:v>583.3333333333336</c:v>
                </c:pt>
                <c:pt idx="219">
                  <c:v>583.3333333333336</c:v>
                </c:pt>
                <c:pt idx="220">
                  <c:v>583.3333333333336</c:v>
                </c:pt>
                <c:pt idx="221">
                  <c:v>583.3333333333336</c:v>
                </c:pt>
                <c:pt idx="222">
                  <c:v>583.3333333333336</c:v>
                </c:pt>
                <c:pt idx="223">
                  <c:v>583.3333333333336</c:v>
                </c:pt>
                <c:pt idx="224">
                  <c:v>583.3333333333336</c:v>
                </c:pt>
                <c:pt idx="225">
                  <c:v>583.3333333333336</c:v>
                </c:pt>
                <c:pt idx="226">
                  <c:v>583.3333333333336</c:v>
                </c:pt>
                <c:pt idx="227">
                  <c:v>583.3333333333336</c:v>
                </c:pt>
                <c:pt idx="228">
                  <c:v>583.3333333333336</c:v>
                </c:pt>
                <c:pt idx="229">
                  <c:v>583.3333333333336</c:v>
                </c:pt>
                <c:pt idx="230">
                  <c:v>583.3333333333336</c:v>
                </c:pt>
                <c:pt idx="231">
                  <c:v>583.3333333333336</c:v>
                </c:pt>
                <c:pt idx="232">
                  <c:v>583.3333333333336</c:v>
                </c:pt>
                <c:pt idx="233">
                  <c:v>583.3333333333336</c:v>
                </c:pt>
                <c:pt idx="234">
                  <c:v>583.3333333333336</c:v>
                </c:pt>
                <c:pt idx="235">
                  <c:v>583.3333333333336</c:v>
                </c:pt>
                <c:pt idx="236">
                  <c:v>583.3333333333336</c:v>
                </c:pt>
                <c:pt idx="237">
                  <c:v>583.3333333333336</c:v>
                </c:pt>
                <c:pt idx="238">
                  <c:v>583.3333333333336</c:v>
                </c:pt>
                <c:pt idx="239">
                  <c:v>583.3333333333336</c:v>
                </c:pt>
                <c:pt idx="240">
                  <c:v>583.3333333333336</c:v>
                </c:pt>
                <c:pt idx="241">
                  <c:v>583.3333333333336</c:v>
                </c:pt>
                <c:pt idx="242">
                  <c:v>583.3333333333336</c:v>
                </c:pt>
                <c:pt idx="243">
                  <c:v>583.3333333333336</c:v>
                </c:pt>
                <c:pt idx="244">
                  <c:v>583.3333333333336</c:v>
                </c:pt>
                <c:pt idx="245">
                  <c:v>583.3333333333336</c:v>
                </c:pt>
                <c:pt idx="246">
                  <c:v>583.3333333333336</c:v>
                </c:pt>
                <c:pt idx="247">
                  <c:v>583.3333333333336</c:v>
                </c:pt>
                <c:pt idx="248">
                  <c:v>583.3333333333336</c:v>
                </c:pt>
                <c:pt idx="249">
                  <c:v>583.3333333333336</c:v>
                </c:pt>
                <c:pt idx="250">
                  <c:v>583.3333333333336</c:v>
                </c:pt>
                <c:pt idx="251">
                  <c:v>583.3333333333336</c:v>
                </c:pt>
                <c:pt idx="252">
                  <c:v>583.3333333333336</c:v>
                </c:pt>
                <c:pt idx="253">
                  <c:v>583.3333333333336</c:v>
                </c:pt>
                <c:pt idx="254">
                  <c:v>583.3333333333336</c:v>
                </c:pt>
                <c:pt idx="255">
                  <c:v>583.3333333333336</c:v>
                </c:pt>
                <c:pt idx="256">
                  <c:v>583.3333333333336</c:v>
                </c:pt>
                <c:pt idx="257">
                  <c:v>583.3333333333336</c:v>
                </c:pt>
                <c:pt idx="258">
                  <c:v>583.3333333333336</c:v>
                </c:pt>
                <c:pt idx="259">
                  <c:v>583.3333333333336</c:v>
                </c:pt>
                <c:pt idx="260">
                  <c:v>583.3333333333336</c:v>
                </c:pt>
                <c:pt idx="261">
                  <c:v>583.3333333333336</c:v>
                </c:pt>
                <c:pt idx="262">
                  <c:v>583.3333333333336</c:v>
                </c:pt>
                <c:pt idx="263">
                  <c:v>583.3333333333336</c:v>
                </c:pt>
                <c:pt idx="264">
                  <c:v>583.3333333333336</c:v>
                </c:pt>
                <c:pt idx="265">
                  <c:v>583.3333333333336</c:v>
                </c:pt>
                <c:pt idx="266">
                  <c:v>583.3333333333336</c:v>
                </c:pt>
                <c:pt idx="267">
                  <c:v>583.3333333333336</c:v>
                </c:pt>
                <c:pt idx="268">
                  <c:v>583.3333333333336</c:v>
                </c:pt>
                <c:pt idx="269">
                  <c:v>583.3333333333336</c:v>
                </c:pt>
                <c:pt idx="270">
                  <c:v>583.3333333333336</c:v>
                </c:pt>
                <c:pt idx="271">
                  <c:v>583.3333333333336</c:v>
                </c:pt>
                <c:pt idx="272">
                  <c:v>583.3333333333336</c:v>
                </c:pt>
                <c:pt idx="273">
                  <c:v>583.3333333333336</c:v>
                </c:pt>
                <c:pt idx="274">
                  <c:v>583.3333333333336</c:v>
                </c:pt>
                <c:pt idx="275">
                  <c:v>583.3333333333336</c:v>
                </c:pt>
                <c:pt idx="276">
                  <c:v>583.3333333333336</c:v>
                </c:pt>
                <c:pt idx="277">
                  <c:v>583.3333333333336</c:v>
                </c:pt>
                <c:pt idx="278">
                  <c:v>583.3333333333336</c:v>
                </c:pt>
                <c:pt idx="279">
                  <c:v>583.3333333333336</c:v>
                </c:pt>
                <c:pt idx="280">
                  <c:v>583.3333333333336</c:v>
                </c:pt>
                <c:pt idx="281">
                  <c:v>583.3333333333336</c:v>
                </c:pt>
                <c:pt idx="282">
                  <c:v>583.3333333333336</c:v>
                </c:pt>
                <c:pt idx="283">
                  <c:v>583.3333333333336</c:v>
                </c:pt>
                <c:pt idx="284">
                  <c:v>583.3333333333336</c:v>
                </c:pt>
                <c:pt idx="285">
                  <c:v>583.3333333333336</c:v>
                </c:pt>
                <c:pt idx="286">
                  <c:v>583.3333333333336</c:v>
                </c:pt>
                <c:pt idx="287">
                  <c:v>583.3333333333336</c:v>
                </c:pt>
                <c:pt idx="288">
                  <c:v>583.3333333333336</c:v>
                </c:pt>
                <c:pt idx="289">
                  <c:v>583.3333333333336</c:v>
                </c:pt>
                <c:pt idx="290">
                  <c:v>583.3333333333336</c:v>
                </c:pt>
                <c:pt idx="291">
                  <c:v>583.3333333333336</c:v>
                </c:pt>
                <c:pt idx="292">
                  <c:v>583.3333333333336</c:v>
                </c:pt>
                <c:pt idx="293">
                  <c:v>583.3333333333336</c:v>
                </c:pt>
                <c:pt idx="294">
                  <c:v>583.3333333333336</c:v>
                </c:pt>
                <c:pt idx="295">
                  <c:v>583.3333333333336</c:v>
                </c:pt>
                <c:pt idx="296">
                  <c:v>583.3333333333336</c:v>
                </c:pt>
                <c:pt idx="297">
                  <c:v>583.3333333333336</c:v>
                </c:pt>
                <c:pt idx="298">
                  <c:v>583.3333333333336</c:v>
                </c:pt>
                <c:pt idx="299">
                  <c:v>583.3333333333336</c:v>
                </c:pt>
                <c:pt idx="300">
                  <c:v>583.3333333333336</c:v>
                </c:pt>
                <c:pt idx="301">
                  <c:v>583.3333333333336</c:v>
                </c:pt>
                <c:pt idx="302">
                  <c:v>583.3333333333336</c:v>
                </c:pt>
                <c:pt idx="303">
                  <c:v>583.3333333333336</c:v>
                </c:pt>
                <c:pt idx="304">
                  <c:v>583.3333333333336</c:v>
                </c:pt>
                <c:pt idx="305">
                  <c:v>583.3333333333336</c:v>
                </c:pt>
                <c:pt idx="306">
                  <c:v>583.3333333333336</c:v>
                </c:pt>
                <c:pt idx="307">
                  <c:v>583.3333333333336</c:v>
                </c:pt>
                <c:pt idx="308">
                  <c:v>583.3333333333336</c:v>
                </c:pt>
                <c:pt idx="309">
                  <c:v>583.3333333333336</c:v>
                </c:pt>
                <c:pt idx="310">
                  <c:v>583.3333333333336</c:v>
                </c:pt>
                <c:pt idx="311">
                  <c:v>583.3333333333336</c:v>
                </c:pt>
                <c:pt idx="312">
                  <c:v>583.3333333333336</c:v>
                </c:pt>
                <c:pt idx="313">
                  <c:v>583.3333333333336</c:v>
                </c:pt>
                <c:pt idx="314">
                  <c:v>583.3333333333336</c:v>
                </c:pt>
                <c:pt idx="315">
                  <c:v>583.3333333333336</c:v>
                </c:pt>
                <c:pt idx="316">
                  <c:v>583.3333333333336</c:v>
                </c:pt>
                <c:pt idx="317">
                  <c:v>583.3333333333336</c:v>
                </c:pt>
                <c:pt idx="318">
                  <c:v>583.3333333333336</c:v>
                </c:pt>
                <c:pt idx="319">
                  <c:v>583.3333333333336</c:v>
                </c:pt>
                <c:pt idx="320">
                  <c:v>583.3333333333336</c:v>
                </c:pt>
                <c:pt idx="321">
                  <c:v>583.3333333333336</c:v>
                </c:pt>
                <c:pt idx="322">
                  <c:v>583.3333333333336</c:v>
                </c:pt>
                <c:pt idx="323">
                  <c:v>583.3333333333336</c:v>
                </c:pt>
                <c:pt idx="324">
                  <c:v>583.3333333333336</c:v>
                </c:pt>
                <c:pt idx="325">
                  <c:v>583.3333333333336</c:v>
                </c:pt>
                <c:pt idx="326">
                  <c:v>583.3333333333336</c:v>
                </c:pt>
                <c:pt idx="327">
                  <c:v>583.3333333333336</c:v>
                </c:pt>
                <c:pt idx="328">
                  <c:v>583.3333333333336</c:v>
                </c:pt>
                <c:pt idx="329">
                  <c:v>583.3333333333336</c:v>
                </c:pt>
                <c:pt idx="330">
                  <c:v>583.3333333333336</c:v>
                </c:pt>
                <c:pt idx="331">
                  <c:v>583.3333333333336</c:v>
                </c:pt>
                <c:pt idx="332">
                  <c:v>583.3333333333336</c:v>
                </c:pt>
                <c:pt idx="333">
                  <c:v>583.3333333333336</c:v>
                </c:pt>
                <c:pt idx="334">
                  <c:v>583.3333333333336</c:v>
                </c:pt>
                <c:pt idx="335">
                  <c:v>583.3333333333336</c:v>
                </c:pt>
                <c:pt idx="336">
                  <c:v>583.3333333333336</c:v>
                </c:pt>
                <c:pt idx="337">
                  <c:v>583.3333333333336</c:v>
                </c:pt>
                <c:pt idx="338">
                  <c:v>583.3333333333336</c:v>
                </c:pt>
                <c:pt idx="339">
                  <c:v>583.3333333333336</c:v>
                </c:pt>
                <c:pt idx="340">
                  <c:v>583.3333333333336</c:v>
                </c:pt>
                <c:pt idx="341">
                  <c:v>583.3333333333336</c:v>
                </c:pt>
                <c:pt idx="342">
                  <c:v>583.3333333333336</c:v>
                </c:pt>
                <c:pt idx="343">
                  <c:v>583.3333333333336</c:v>
                </c:pt>
                <c:pt idx="344">
                  <c:v>583.3333333333336</c:v>
                </c:pt>
                <c:pt idx="345">
                  <c:v>583.3333333333336</c:v>
                </c:pt>
                <c:pt idx="346">
                  <c:v>583.3333333333336</c:v>
                </c:pt>
                <c:pt idx="347">
                  <c:v>583.3333333333336</c:v>
                </c:pt>
                <c:pt idx="348">
                  <c:v>583.3333333333336</c:v>
                </c:pt>
                <c:pt idx="349">
                  <c:v>583.3333333333336</c:v>
                </c:pt>
                <c:pt idx="350">
                  <c:v>583.3333333333336</c:v>
                </c:pt>
                <c:pt idx="351">
                  <c:v>583.3333333333336</c:v>
                </c:pt>
                <c:pt idx="352">
                  <c:v>583.3333333333336</c:v>
                </c:pt>
                <c:pt idx="353">
                  <c:v>583.3333333333336</c:v>
                </c:pt>
                <c:pt idx="354">
                  <c:v>583.3333333333336</c:v>
                </c:pt>
                <c:pt idx="355">
                  <c:v>583.3333333333336</c:v>
                </c:pt>
                <c:pt idx="356">
                  <c:v>583.3333333333336</c:v>
                </c:pt>
                <c:pt idx="357">
                  <c:v>583.3333333333336</c:v>
                </c:pt>
                <c:pt idx="358">
                  <c:v>583.3333333333336</c:v>
                </c:pt>
                <c:pt idx="359">
                  <c:v>583.3333333333336</c:v>
                </c:pt>
              </c:numCache>
            </c:numRef>
          </c:val>
        </c:ser>
        <c:ser>
          <c:idx val="1"/>
          <c:order val="1"/>
          <c:tx>
            <c:strRef>
              <c:f>IO!$E$22</c:f>
              <c:strCache>
                <c:ptCount val="1"/>
                <c:pt idx="0">
                  <c:v>Principal</c:v>
                </c:pt>
              </c:strCache>
            </c:strRef>
          </c:tx>
          <c:spPr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IO!$A$23:$A$382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IO!$E$23:$E$382</c:f>
              <c:numCache>
                <c:formatCode>"$"#,##0.00_);[Red]\("$"#,##0.00\)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093888"/>
        <c:axId val="99103872"/>
      </c:barChart>
      <c:lineChart>
        <c:grouping val="standard"/>
        <c:varyColors val="0"/>
        <c:ser>
          <c:idx val="2"/>
          <c:order val="2"/>
          <c:tx>
            <c:v>Loan Balance</c:v>
          </c:tx>
          <c:spPr>
            <a:ln>
              <a:solidFill>
                <a:schemeClr val="accent2">
                  <a:lumMod val="50000"/>
                </a:schemeClr>
              </a:solidFill>
            </a:ln>
          </c:spPr>
          <c:marker>
            <c:symbol val="none"/>
          </c:marker>
          <c:val>
            <c:numRef>
              <c:f>IO!$B$23:$B$382</c:f>
              <c:numCache>
                <c:formatCode>_("$"* #,##0_);_("$"* \(#,##0\);_("$"* "-"??_);_(@_)</c:formatCode>
                <c:ptCount val="360"/>
                <c:pt idx="0">
                  <c:v>100000</c:v>
                </c:pt>
                <c:pt idx="1">
                  <c:v>100000</c:v>
                </c:pt>
                <c:pt idx="2">
                  <c:v>100000</c:v>
                </c:pt>
                <c:pt idx="3">
                  <c:v>100000</c:v>
                </c:pt>
                <c:pt idx="4">
                  <c:v>100000</c:v>
                </c:pt>
                <c:pt idx="5">
                  <c:v>100000</c:v>
                </c:pt>
                <c:pt idx="6">
                  <c:v>100000</c:v>
                </c:pt>
                <c:pt idx="7">
                  <c:v>100000</c:v>
                </c:pt>
                <c:pt idx="8">
                  <c:v>100000</c:v>
                </c:pt>
                <c:pt idx="9">
                  <c:v>100000</c:v>
                </c:pt>
                <c:pt idx="10">
                  <c:v>100000</c:v>
                </c:pt>
                <c:pt idx="11">
                  <c:v>100000</c:v>
                </c:pt>
                <c:pt idx="12">
                  <c:v>100000</c:v>
                </c:pt>
                <c:pt idx="13">
                  <c:v>100000</c:v>
                </c:pt>
                <c:pt idx="14">
                  <c:v>100000</c:v>
                </c:pt>
                <c:pt idx="15">
                  <c:v>100000</c:v>
                </c:pt>
                <c:pt idx="16">
                  <c:v>100000</c:v>
                </c:pt>
                <c:pt idx="17">
                  <c:v>100000</c:v>
                </c:pt>
                <c:pt idx="18">
                  <c:v>100000</c:v>
                </c:pt>
                <c:pt idx="19">
                  <c:v>100000</c:v>
                </c:pt>
                <c:pt idx="20">
                  <c:v>100000</c:v>
                </c:pt>
                <c:pt idx="21">
                  <c:v>100000</c:v>
                </c:pt>
                <c:pt idx="22">
                  <c:v>100000</c:v>
                </c:pt>
                <c:pt idx="23">
                  <c:v>100000</c:v>
                </c:pt>
                <c:pt idx="24">
                  <c:v>100000</c:v>
                </c:pt>
                <c:pt idx="25">
                  <c:v>100000</c:v>
                </c:pt>
                <c:pt idx="26">
                  <c:v>100000</c:v>
                </c:pt>
                <c:pt idx="27">
                  <c:v>100000</c:v>
                </c:pt>
                <c:pt idx="28">
                  <c:v>100000</c:v>
                </c:pt>
                <c:pt idx="29">
                  <c:v>100000</c:v>
                </c:pt>
                <c:pt idx="30">
                  <c:v>100000</c:v>
                </c:pt>
                <c:pt idx="31">
                  <c:v>100000</c:v>
                </c:pt>
                <c:pt idx="32">
                  <c:v>100000</c:v>
                </c:pt>
                <c:pt idx="33">
                  <c:v>100000</c:v>
                </c:pt>
                <c:pt idx="34">
                  <c:v>100000</c:v>
                </c:pt>
                <c:pt idx="35">
                  <c:v>100000</c:v>
                </c:pt>
                <c:pt idx="36">
                  <c:v>100000</c:v>
                </c:pt>
                <c:pt idx="37">
                  <c:v>100000</c:v>
                </c:pt>
                <c:pt idx="38">
                  <c:v>100000</c:v>
                </c:pt>
                <c:pt idx="39">
                  <c:v>100000</c:v>
                </c:pt>
                <c:pt idx="40">
                  <c:v>100000</c:v>
                </c:pt>
                <c:pt idx="41">
                  <c:v>100000</c:v>
                </c:pt>
                <c:pt idx="42">
                  <c:v>100000</c:v>
                </c:pt>
                <c:pt idx="43">
                  <c:v>100000</c:v>
                </c:pt>
                <c:pt idx="44">
                  <c:v>100000</c:v>
                </c:pt>
                <c:pt idx="45">
                  <c:v>100000</c:v>
                </c:pt>
                <c:pt idx="46">
                  <c:v>100000</c:v>
                </c:pt>
                <c:pt idx="47">
                  <c:v>100000</c:v>
                </c:pt>
                <c:pt idx="48">
                  <c:v>100000</c:v>
                </c:pt>
                <c:pt idx="49">
                  <c:v>100000</c:v>
                </c:pt>
                <c:pt idx="50">
                  <c:v>100000</c:v>
                </c:pt>
                <c:pt idx="51">
                  <c:v>100000</c:v>
                </c:pt>
                <c:pt idx="52">
                  <c:v>100000</c:v>
                </c:pt>
                <c:pt idx="53">
                  <c:v>100000</c:v>
                </c:pt>
                <c:pt idx="54">
                  <c:v>100000</c:v>
                </c:pt>
                <c:pt idx="55">
                  <c:v>100000</c:v>
                </c:pt>
                <c:pt idx="56">
                  <c:v>100000</c:v>
                </c:pt>
                <c:pt idx="57">
                  <c:v>100000</c:v>
                </c:pt>
                <c:pt idx="58">
                  <c:v>100000</c:v>
                </c:pt>
                <c:pt idx="59">
                  <c:v>100000</c:v>
                </c:pt>
                <c:pt idx="60">
                  <c:v>100000</c:v>
                </c:pt>
                <c:pt idx="61">
                  <c:v>100000</c:v>
                </c:pt>
                <c:pt idx="62">
                  <c:v>100000</c:v>
                </c:pt>
                <c:pt idx="63">
                  <c:v>100000</c:v>
                </c:pt>
                <c:pt idx="64">
                  <c:v>100000</c:v>
                </c:pt>
                <c:pt idx="65">
                  <c:v>100000</c:v>
                </c:pt>
                <c:pt idx="66">
                  <c:v>100000</c:v>
                </c:pt>
                <c:pt idx="67">
                  <c:v>100000</c:v>
                </c:pt>
                <c:pt idx="68">
                  <c:v>100000</c:v>
                </c:pt>
                <c:pt idx="69">
                  <c:v>100000</c:v>
                </c:pt>
                <c:pt idx="70">
                  <c:v>100000</c:v>
                </c:pt>
                <c:pt idx="71">
                  <c:v>100000</c:v>
                </c:pt>
                <c:pt idx="72">
                  <c:v>100000</c:v>
                </c:pt>
                <c:pt idx="73">
                  <c:v>100000</c:v>
                </c:pt>
                <c:pt idx="74">
                  <c:v>100000</c:v>
                </c:pt>
                <c:pt idx="75">
                  <c:v>100000</c:v>
                </c:pt>
                <c:pt idx="76">
                  <c:v>100000</c:v>
                </c:pt>
                <c:pt idx="77">
                  <c:v>100000</c:v>
                </c:pt>
                <c:pt idx="78">
                  <c:v>100000</c:v>
                </c:pt>
                <c:pt idx="79">
                  <c:v>100000</c:v>
                </c:pt>
                <c:pt idx="80">
                  <c:v>100000</c:v>
                </c:pt>
                <c:pt idx="81">
                  <c:v>100000</c:v>
                </c:pt>
                <c:pt idx="82">
                  <c:v>100000</c:v>
                </c:pt>
                <c:pt idx="83">
                  <c:v>100000</c:v>
                </c:pt>
                <c:pt idx="84">
                  <c:v>100000</c:v>
                </c:pt>
                <c:pt idx="85">
                  <c:v>100000</c:v>
                </c:pt>
                <c:pt idx="86">
                  <c:v>100000</c:v>
                </c:pt>
                <c:pt idx="87">
                  <c:v>100000</c:v>
                </c:pt>
                <c:pt idx="88">
                  <c:v>100000</c:v>
                </c:pt>
                <c:pt idx="89">
                  <c:v>100000</c:v>
                </c:pt>
                <c:pt idx="90">
                  <c:v>100000</c:v>
                </c:pt>
                <c:pt idx="91">
                  <c:v>100000</c:v>
                </c:pt>
                <c:pt idx="92">
                  <c:v>100000</c:v>
                </c:pt>
                <c:pt idx="93">
                  <c:v>100000</c:v>
                </c:pt>
                <c:pt idx="94">
                  <c:v>100000</c:v>
                </c:pt>
                <c:pt idx="95">
                  <c:v>100000</c:v>
                </c:pt>
                <c:pt idx="96">
                  <c:v>100000</c:v>
                </c:pt>
                <c:pt idx="97">
                  <c:v>100000</c:v>
                </c:pt>
                <c:pt idx="98">
                  <c:v>100000</c:v>
                </c:pt>
                <c:pt idx="99">
                  <c:v>100000</c:v>
                </c:pt>
                <c:pt idx="100">
                  <c:v>100000</c:v>
                </c:pt>
                <c:pt idx="101">
                  <c:v>100000</c:v>
                </c:pt>
                <c:pt idx="102">
                  <c:v>100000</c:v>
                </c:pt>
                <c:pt idx="103">
                  <c:v>100000</c:v>
                </c:pt>
                <c:pt idx="104">
                  <c:v>100000</c:v>
                </c:pt>
                <c:pt idx="105">
                  <c:v>100000</c:v>
                </c:pt>
                <c:pt idx="106">
                  <c:v>100000</c:v>
                </c:pt>
                <c:pt idx="107">
                  <c:v>100000</c:v>
                </c:pt>
                <c:pt idx="108">
                  <c:v>100000</c:v>
                </c:pt>
                <c:pt idx="109">
                  <c:v>100000</c:v>
                </c:pt>
                <c:pt idx="110">
                  <c:v>100000</c:v>
                </c:pt>
                <c:pt idx="111">
                  <c:v>100000</c:v>
                </c:pt>
                <c:pt idx="112">
                  <c:v>100000</c:v>
                </c:pt>
                <c:pt idx="113">
                  <c:v>100000</c:v>
                </c:pt>
                <c:pt idx="114">
                  <c:v>100000</c:v>
                </c:pt>
                <c:pt idx="115">
                  <c:v>100000</c:v>
                </c:pt>
                <c:pt idx="116">
                  <c:v>100000</c:v>
                </c:pt>
                <c:pt idx="117">
                  <c:v>100000</c:v>
                </c:pt>
                <c:pt idx="118">
                  <c:v>100000</c:v>
                </c:pt>
                <c:pt idx="119">
                  <c:v>100000</c:v>
                </c:pt>
                <c:pt idx="120">
                  <c:v>100000</c:v>
                </c:pt>
                <c:pt idx="121">
                  <c:v>100000</c:v>
                </c:pt>
                <c:pt idx="122">
                  <c:v>100000</c:v>
                </c:pt>
                <c:pt idx="123">
                  <c:v>100000</c:v>
                </c:pt>
                <c:pt idx="124">
                  <c:v>100000</c:v>
                </c:pt>
                <c:pt idx="125">
                  <c:v>100000</c:v>
                </c:pt>
                <c:pt idx="126">
                  <c:v>100000</c:v>
                </c:pt>
                <c:pt idx="127">
                  <c:v>100000</c:v>
                </c:pt>
                <c:pt idx="128">
                  <c:v>100000</c:v>
                </c:pt>
                <c:pt idx="129">
                  <c:v>100000</c:v>
                </c:pt>
                <c:pt idx="130">
                  <c:v>100000</c:v>
                </c:pt>
                <c:pt idx="131">
                  <c:v>100000</c:v>
                </c:pt>
                <c:pt idx="132">
                  <c:v>100000</c:v>
                </c:pt>
                <c:pt idx="133">
                  <c:v>100000</c:v>
                </c:pt>
                <c:pt idx="134">
                  <c:v>100000</c:v>
                </c:pt>
                <c:pt idx="135">
                  <c:v>100000</c:v>
                </c:pt>
                <c:pt idx="136">
                  <c:v>100000</c:v>
                </c:pt>
                <c:pt idx="137">
                  <c:v>100000</c:v>
                </c:pt>
                <c:pt idx="138">
                  <c:v>100000</c:v>
                </c:pt>
                <c:pt idx="139">
                  <c:v>100000</c:v>
                </c:pt>
                <c:pt idx="140">
                  <c:v>100000</c:v>
                </c:pt>
                <c:pt idx="141">
                  <c:v>100000</c:v>
                </c:pt>
                <c:pt idx="142">
                  <c:v>100000</c:v>
                </c:pt>
                <c:pt idx="143">
                  <c:v>100000</c:v>
                </c:pt>
                <c:pt idx="144">
                  <c:v>100000</c:v>
                </c:pt>
                <c:pt idx="145">
                  <c:v>100000</c:v>
                </c:pt>
                <c:pt idx="146">
                  <c:v>100000</c:v>
                </c:pt>
                <c:pt idx="147">
                  <c:v>100000</c:v>
                </c:pt>
                <c:pt idx="148">
                  <c:v>100000</c:v>
                </c:pt>
                <c:pt idx="149">
                  <c:v>100000</c:v>
                </c:pt>
                <c:pt idx="150">
                  <c:v>100000</c:v>
                </c:pt>
                <c:pt idx="151">
                  <c:v>100000</c:v>
                </c:pt>
                <c:pt idx="152">
                  <c:v>100000</c:v>
                </c:pt>
                <c:pt idx="153">
                  <c:v>100000</c:v>
                </c:pt>
                <c:pt idx="154">
                  <c:v>100000</c:v>
                </c:pt>
                <c:pt idx="155">
                  <c:v>100000</c:v>
                </c:pt>
                <c:pt idx="156">
                  <c:v>100000</c:v>
                </c:pt>
                <c:pt idx="157">
                  <c:v>100000</c:v>
                </c:pt>
                <c:pt idx="158">
                  <c:v>100000</c:v>
                </c:pt>
                <c:pt idx="159">
                  <c:v>100000</c:v>
                </c:pt>
                <c:pt idx="160">
                  <c:v>100000</c:v>
                </c:pt>
                <c:pt idx="161">
                  <c:v>100000</c:v>
                </c:pt>
                <c:pt idx="162">
                  <c:v>100000</c:v>
                </c:pt>
                <c:pt idx="163">
                  <c:v>100000</c:v>
                </c:pt>
                <c:pt idx="164">
                  <c:v>100000</c:v>
                </c:pt>
                <c:pt idx="165">
                  <c:v>100000</c:v>
                </c:pt>
                <c:pt idx="166">
                  <c:v>100000</c:v>
                </c:pt>
                <c:pt idx="167">
                  <c:v>100000</c:v>
                </c:pt>
                <c:pt idx="168">
                  <c:v>100000</c:v>
                </c:pt>
                <c:pt idx="169">
                  <c:v>100000</c:v>
                </c:pt>
                <c:pt idx="170">
                  <c:v>100000</c:v>
                </c:pt>
                <c:pt idx="171">
                  <c:v>100000</c:v>
                </c:pt>
                <c:pt idx="172">
                  <c:v>100000</c:v>
                </c:pt>
                <c:pt idx="173">
                  <c:v>100000</c:v>
                </c:pt>
                <c:pt idx="174">
                  <c:v>100000</c:v>
                </c:pt>
                <c:pt idx="175">
                  <c:v>100000</c:v>
                </c:pt>
                <c:pt idx="176">
                  <c:v>100000</c:v>
                </c:pt>
                <c:pt idx="177">
                  <c:v>100000</c:v>
                </c:pt>
                <c:pt idx="178">
                  <c:v>100000</c:v>
                </c:pt>
                <c:pt idx="179">
                  <c:v>100000</c:v>
                </c:pt>
                <c:pt idx="180">
                  <c:v>100000</c:v>
                </c:pt>
                <c:pt idx="181">
                  <c:v>100000</c:v>
                </c:pt>
                <c:pt idx="182">
                  <c:v>100000</c:v>
                </c:pt>
                <c:pt idx="183">
                  <c:v>100000</c:v>
                </c:pt>
                <c:pt idx="184">
                  <c:v>100000</c:v>
                </c:pt>
                <c:pt idx="185">
                  <c:v>100000</c:v>
                </c:pt>
                <c:pt idx="186">
                  <c:v>100000</c:v>
                </c:pt>
                <c:pt idx="187">
                  <c:v>100000</c:v>
                </c:pt>
                <c:pt idx="188">
                  <c:v>100000</c:v>
                </c:pt>
                <c:pt idx="189">
                  <c:v>100000</c:v>
                </c:pt>
                <c:pt idx="190">
                  <c:v>100000</c:v>
                </c:pt>
                <c:pt idx="191">
                  <c:v>100000</c:v>
                </c:pt>
                <c:pt idx="192">
                  <c:v>100000</c:v>
                </c:pt>
                <c:pt idx="193">
                  <c:v>100000</c:v>
                </c:pt>
                <c:pt idx="194">
                  <c:v>100000</c:v>
                </c:pt>
                <c:pt idx="195">
                  <c:v>100000</c:v>
                </c:pt>
                <c:pt idx="196">
                  <c:v>100000</c:v>
                </c:pt>
                <c:pt idx="197">
                  <c:v>100000</c:v>
                </c:pt>
                <c:pt idx="198">
                  <c:v>100000</c:v>
                </c:pt>
                <c:pt idx="199">
                  <c:v>100000</c:v>
                </c:pt>
                <c:pt idx="200">
                  <c:v>100000</c:v>
                </c:pt>
                <c:pt idx="201">
                  <c:v>100000</c:v>
                </c:pt>
                <c:pt idx="202">
                  <c:v>100000</c:v>
                </c:pt>
                <c:pt idx="203">
                  <c:v>100000</c:v>
                </c:pt>
                <c:pt idx="204">
                  <c:v>100000</c:v>
                </c:pt>
                <c:pt idx="205">
                  <c:v>100000</c:v>
                </c:pt>
                <c:pt idx="206">
                  <c:v>100000</c:v>
                </c:pt>
                <c:pt idx="207">
                  <c:v>100000</c:v>
                </c:pt>
                <c:pt idx="208">
                  <c:v>100000</c:v>
                </c:pt>
                <c:pt idx="209">
                  <c:v>100000</c:v>
                </c:pt>
                <c:pt idx="210">
                  <c:v>100000</c:v>
                </c:pt>
                <c:pt idx="211">
                  <c:v>100000</c:v>
                </c:pt>
                <c:pt idx="212">
                  <c:v>100000</c:v>
                </c:pt>
                <c:pt idx="213">
                  <c:v>100000</c:v>
                </c:pt>
                <c:pt idx="214">
                  <c:v>100000</c:v>
                </c:pt>
                <c:pt idx="215">
                  <c:v>100000</c:v>
                </c:pt>
                <c:pt idx="216">
                  <c:v>100000</c:v>
                </c:pt>
                <c:pt idx="217">
                  <c:v>100000</c:v>
                </c:pt>
                <c:pt idx="218">
                  <c:v>100000</c:v>
                </c:pt>
                <c:pt idx="219">
                  <c:v>100000</c:v>
                </c:pt>
                <c:pt idx="220">
                  <c:v>100000</c:v>
                </c:pt>
                <c:pt idx="221">
                  <c:v>100000</c:v>
                </c:pt>
                <c:pt idx="222">
                  <c:v>100000</c:v>
                </c:pt>
                <c:pt idx="223">
                  <c:v>100000</c:v>
                </c:pt>
                <c:pt idx="224">
                  <c:v>100000</c:v>
                </c:pt>
                <c:pt idx="225">
                  <c:v>100000</c:v>
                </c:pt>
                <c:pt idx="226">
                  <c:v>100000</c:v>
                </c:pt>
                <c:pt idx="227">
                  <c:v>100000</c:v>
                </c:pt>
                <c:pt idx="228">
                  <c:v>100000</c:v>
                </c:pt>
                <c:pt idx="229">
                  <c:v>100000</c:v>
                </c:pt>
                <c:pt idx="230">
                  <c:v>100000</c:v>
                </c:pt>
                <c:pt idx="231">
                  <c:v>100000</c:v>
                </c:pt>
                <c:pt idx="232">
                  <c:v>100000</c:v>
                </c:pt>
                <c:pt idx="233">
                  <c:v>100000</c:v>
                </c:pt>
                <c:pt idx="234">
                  <c:v>100000</c:v>
                </c:pt>
                <c:pt idx="235">
                  <c:v>100000</c:v>
                </c:pt>
                <c:pt idx="236">
                  <c:v>100000</c:v>
                </c:pt>
                <c:pt idx="237">
                  <c:v>100000</c:v>
                </c:pt>
                <c:pt idx="238">
                  <c:v>100000</c:v>
                </c:pt>
                <c:pt idx="239">
                  <c:v>100000</c:v>
                </c:pt>
                <c:pt idx="240">
                  <c:v>100000</c:v>
                </c:pt>
                <c:pt idx="241">
                  <c:v>100000</c:v>
                </c:pt>
                <c:pt idx="242">
                  <c:v>100000</c:v>
                </c:pt>
                <c:pt idx="243">
                  <c:v>100000</c:v>
                </c:pt>
                <c:pt idx="244">
                  <c:v>100000</c:v>
                </c:pt>
                <c:pt idx="245">
                  <c:v>100000</c:v>
                </c:pt>
                <c:pt idx="246">
                  <c:v>100000</c:v>
                </c:pt>
                <c:pt idx="247">
                  <c:v>100000</c:v>
                </c:pt>
                <c:pt idx="248">
                  <c:v>100000</c:v>
                </c:pt>
                <c:pt idx="249">
                  <c:v>100000</c:v>
                </c:pt>
                <c:pt idx="250">
                  <c:v>100000</c:v>
                </c:pt>
                <c:pt idx="251">
                  <c:v>100000</c:v>
                </c:pt>
                <c:pt idx="252">
                  <c:v>100000</c:v>
                </c:pt>
                <c:pt idx="253">
                  <c:v>100000</c:v>
                </c:pt>
                <c:pt idx="254">
                  <c:v>100000</c:v>
                </c:pt>
                <c:pt idx="255">
                  <c:v>100000</c:v>
                </c:pt>
                <c:pt idx="256">
                  <c:v>100000</c:v>
                </c:pt>
                <c:pt idx="257">
                  <c:v>100000</c:v>
                </c:pt>
                <c:pt idx="258">
                  <c:v>100000</c:v>
                </c:pt>
                <c:pt idx="259">
                  <c:v>100000</c:v>
                </c:pt>
                <c:pt idx="260">
                  <c:v>100000</c:v>
                </c:pt>
                <c:pt idx="261">
                  <c:v>100000</c:v>
                </c:pt>
                <c:pt idx="262">
                  <c:v>100000</c:v>
                </c:pt>
                <c:pt idx="263">
                  <c:v>100000</c:v>
                </c:pt>
                <c:pt idx="264">
                  <c:v>100000</c:v>
                </c:pt>
                <c:pt idx="265">
                  <c:v>100000</c:v>
                </c:pt>
                <c:pt idx="266">
                  <c:v>100000</c:v>
                </c:pt>
                <c:pt idx="267">
                  <c:v>100000</c:v>
                </c:pt>
                <c:pt idx="268">
                  <c:v>100000</c:v>
                </c:pt>
                <c:pt idx="269">
                  <c:v>100000</c:v>
                </c:pt>
                <c:pt idx="270">
                  <c:v>100000</c:v>
                </c:pt>
                <c:pt idx="271">
                  <c:v>100000</c:v>
                </c:pt>
                <c:pt idx="272">
                  <c:v>100000</c:v>
                </c:pt>
                <c:pt idx="273">
                  <c:v>100000</c:v>
                </c:pt>
                <c:pt idx="274">
                  <c:v>100000</c:v>
                </c:pt>
                <c:pt idx="275">
                  <c:v>100000</c:v>
                </c:pt>
                <c:pt idx="276">
                  <c:v>100000</c:v>
                </c:pt>
                <c:pt idx="277">
                  <c:v>100000</c:v>
                </c:pt>
                <c:pt idx="278">
                  <c:v>100000</c:v>
                </c:pt>
                <c:pt idx="279">
                  <c:v>100000</c:v>
                </c:pt>
                <c:pt idx="280">
                  <c:v>100000</c:v>
                </c:pt>
                <c:pt idx="281">
                  <c:v>100000</c:v>
                </c:pt>
                <c:pt idx="282">
                  <c:v>100000</c:v>
                </c:pt>
                <c:pt idx="283">
                  <c:v>100000</c:v>
                </c:pt>
                <c:pt idx="284">
                  <c:v>100000</c:v>
                </c:pt>
                <c:pt idx="285">
                  <c:v>100000</c:v>
                </c:pt>
                <c:pt idx="286">
                  <c:v>100000</c:v>
                </c:pt>
                <c:pt idx="287">
                  <c:v>100000</c:v>
                </c:pt>
                <c:pt idx="288">
                  <c:v>100000</c:v>
                </c:pt>
                <c:pt idx="289">
                  <c:v>100000</c:v>
                </c:pt>
                <c:pt idx="290">
                  <c:v>100000</c:v>
                </c:pt>
                <c:pt idx="291">
                  <c:v>100000</c:v>
                </c:pt>
                <c:pt idx="292">
                  <c:v>100000</c:v>
                </c:pt>
                <c:pt idx="293">
                  <c:v>100000</c:v>
                </c:pt>
                <c:pt idx="294">
                  <c:v>100000</c:v>
                </c:pt>
                <c:pt idx="295">
                  <c:v>100000</c:v>
                </c:pt>
                <c:pt idx="296">
                  <c:v>100000</c:v>
                </c:pt>
                <c:pt idx="297">
                  <c:v>100000</c:v>
                </c:pt>
                <c:pt idx="298">
                  <c:v>100000</c:v>
                </c:pt>
                <c:pt idx="299">
                  <c:v>100000</c:v>
                </c:pt>
                <c:pt idx="300">
                  <c:v>100000</c:v>
                </c:pt>
                <c:pt idx="301">
                  <c:v>100000</c:v>
                </c:pt>
                <c:pt idx="302">
                  <c:v>100000</c:v>
                </c:pt>
                <c:pt idx="303">
                  <c:v>100000</c:v>
                </c:pt>
                <c:pt idx="304">
                  <c:v>100000</c:v>
                </c:pt>
                <c:pt idx="305">
                  <c:v>100000</c:v>
                </c:pt>
                <c:pt idx="306">
                  <c:v>100000</c:v>
                </c:pt>
                <c:pt idx="307">
                  <c:v>100000</c:v>
                </c:pt>
                <c:pt idx="308">
                  <c:v>100000</c:v>
                </c:pt>
                <c:pt idx="309">
                  <c:v>100000</c:v>
                </c:pt>
                <c:pt idx="310">
                  <c:v>100000</c:v>
                </c:pt>
                <c:pt idx="311">
                  <c:v>100000</c:v>
                </c:pt>
                <c:pt idx="312">
                  <c:v>100000</c:v>
                </c:pt>
                <c:pt idx="313">
                  <c:v>100000</c:v>
                </c:pt>
                <c:pt idx="314">
                  <c:v>100000</c:v>
                </c:pt>
                <c:pt idx="315">
                  <c:v>100000</c:v>
                </c:pt>
                <c:pt idx="316">
                  <c:v>100000</c:v>
                </c:pt>
                <c:pt idx="317">
                  <c:v>100000</c:v>
                </c:pt>
                <c:pt idx="318">
                  <c:v>100000</c:v>
                </c:pt>
                <c:pt idx="319">
                  <c:v>100000</c:v>
                </c:pt>
                <c:pt idx="320">
                  <c:v>100000</c:v>
                </c:pt>
                <c:pt idx="321">
                  <c:v>100000</c:v>
                </c:pt>
                <c:pt idx="322">
                  <c:v>100000</c:v>
                </c:pt>
                <c:pt idx="323">
                  <c:v>100000</c:v>
                </c:pt>
                <c:pt idx="324">
                  <c:v>100000</c:v>
                </c:pt>
                <c:pt idx="325">
                  <c:v>100000</c:v>
                </c:pt>
                <c:pt idx="326">
                  <c:v>100000</c:v>
                </c:pt>
                <c:pt idx="327">
                  <c:v>100000</c:v>
                </c:pt>
                <c:pt idx="328">
                  <c:v>100000</c:v>
                </c:pt>
                <c:pt idx="329">
                  <c:v>100000</c:v>
                </c:pt>
                <c:pt idx="330">
                  <c:v>100000</c:v>
                </c:pt>
                <c:pt idx="331">
                  <c:v>100000</c:v>
                </c:pt>
                <c:pt idx="332">
                  <c:v>100000</c:v>
                </c:pt>
                <c:pt idx="333">
                  <c:v>100000</c:v>
                </c:pt>
                <c:pt idx="334">
                  <c:v>100000</c:v>
                </c:pt>
                <c:pt idx="335">
                  <c:v>100000</c:v>
                </c:pt>
                <c:pt idx="336">
                  <c:v>100000</c:v>
                </c:pt>
                <c:pt idx="337">
                  <c:v>100000</c:v>
                </c:pt>
                <c:pt idx="338">
                  <c:v>100000</c:v>
                </c:pt>
                <c:pt idx="339">
                  <c:v>100000</c:v>
                </c:pt>
                <c:pt idx="340">
                  <c:v>100000</c:v>
                </c:pt>
                <c:pt idx="341">
                  <c:v>100000</c:v>
                </c:pt>
                <c:pt idx="342">
                  <c:v>100000</c:v>
                </c:pt>
                <c:pt idx="343">
                  <c:v>100000</c:v>
                </c:pt>
                <c:pt idx="344">
                  <c:v>100000</c:v>
                </c:pt>
                <c:pt idx="345">
                  <c:v>100000</c:v>
                </c:pt>
                <c:pt idx="346">
                  <c:v>100000</c:v>
                </c:pt>
                <c:pt idx="347">
                  <c:v>100000</c:v>
                </c:pt>
                <c:pt idx="348">
                  <c:v>100000</c:v>
                </c:pt>
                <c:pt idx="349">
                  <c:v>100000</c:v>
                </c:pt>
                <c:pt idx="350">
                  <c:v>100000</c:v>
                </c:pt>
                <c:pt idx="351">
                  <c:v>100000</c:v>
                </c:pt>
                <c:pt idx="352">
                  <c:v>100000</c:v>
                </c:pt>
                <c:pt idx="353">
                  <c:v>100000</c:v>
                </c:pt>
                <c:pt idx="354">
                  <c:v>100000</c:v>
                </c:pt>
                <c:pt idx="355">
                  <c:v>100000</c:v>
                </c:pt>
                <c:pt idx="356">
                  <c:v>100000</c:v>
                </c:pt>
                <c:pt idx="357">
                  <c:v>100000</c:v>
                </c:pt>
                <c:pt idx="358">
                  <c:v>100000</c:v>
                </c:pt>
                <c:pt idx="359">
                  <c:v>100000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136640"/>
        <c:axId val="99105792"/>
      </c:lineChart>
      <c:catAx>
        <c:axId val="9909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4620000"/>
          <a:lstStyle/>
          <a:p>
            <a:pPr>
              <a:defRPr/>
            </a:pPr>
            <a:endParaRPr lang="en-US"/>
          </a:p>
        </c:txPr>
        <c:crossAx val="99103872"/>
        <c:crosses val="autoZero"/>
        <c:auto val="1"/>
        <c:lblAlgn val="ctr"/>
        <c:lblOffset val="100"/>
        <c:tickLblSkip val="60"/>
        <c:tickMarkSkip val="12"/>
        <c:noMultiLvlLbl val="0"/>
      </c:catAx>
      <c:valAx>
        <c:axId val="99103872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Payments</a:t>
                </a:r>
              </a:p>
            </c:rich>
          </c:tx>
          <c:layout/>
          <c:overlay val="0"/>
        </c:title>
        <c:numFmt formatCode="_(&quot;$&quot;* #,##0_);_(&quot;$&quot;* \(#,##0\);_(&quot;$&quot;* &quot;-&quot;_);_(@_)" sourceLinked="0"/>
        <c:majorTickMark val="out"/>
        <c:minorTickMark val="none"/>
        <c:tickLblPos val="nextTo"/>
        <c:crossAx val="99093888"/>
        <c:crosses val="autoZero"/>
        <c:crossBetween val="between"/>
      </c:valAx>
      <c:valAx>
        <c:axId val="99105792"/>
        <c:scaling>
          <c:orientation val="minMax"/>
          <c:max val="100000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B</a:t>
                </a:r>
                <a:r>
                  <a:rPr lang="en-US" baseline="0"/>
                  <a:t> alance</a:t>
                </a:r>
                <a:endParaRPr lang="en-US"/>
              </a:p>
            </c:rich>
          </c:tx>
          <c:layout/>
          <c:overlay val="0"/>
        </c:title>
        <c:numFmt formatCode="_(&quot;$&quot;* #,##0_);_(&quot;$&quot;* \(#,##0\);_(&quot;$&quot;* &quot;-&quot;??_);_(@_)" sourceLinked="1"/>
        <c:majorTickMark val="out"/>
        <c:minorTickMark val="none"/>
        <c:tickLblPos val="nextTo"/>
        <c:crossAx val="99136640"/>
        <c:crosses val="max"/>
        <c:crossBetween val="between"/>
      </c:valAx>
      <c:catAx>
        <c:axId val="99136640"/>
        <c:scaling>
          <c:orientation val="minMax"/>
        </c:scaling>
        <c:delete val="1"/>
        <c:axPos val="b"/>
        <c:majorTickMark val="out"/>
        <c:minorTickMark val="none"/>
        <c:tickLblPos val="none"/>
        <c:crossAx val="99105792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Loan Amortization</a:t>
            </a:r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6039107611548581"/>
          <c:y val="0.18931379566858955"/>
          <c:w val="0.65532895888014064"/>
          <c:h val="0.608042724605948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CPM!$D$22</c:f>
              <c:strCache>
                <c:ptCount val="1"/>
                <c:pt idx="0">
                  <c:v>Interest</c:v>
                </c:pt>
              </c:strCache>
            </c:strRef>
          </c:tx>
          <c:spPr>
            <a:gradFill>
              <a:gsLst>
                <a:gs pos="0">
                  <a:srgbClr val="C0504D">
                    <a:lumMod val="60000"/>
                    <a:lumOff val="40000"/>
                  </a:srgbClr>
                </a:gs>
                <a:gs pos="53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CPM!$A$23:$A$382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CPM!$D$23:$D$382</c:f>
              <c:numCache>
                <c:formatCode>_("$"* #,##0.00_);_("$"* \(#,##0.00\);_("$"* "-"??_);_(@_)</c:formatCode>
                <c:ptCount val="360"/>
                <c:pt idx="0">
                  <c:v>583.3333333333336</c:v>
                </c:pt>
                <c:pt idx="1">
                  <c:v>582.85517988923073</c:v>
                </c:pt>
                <c:pt idx="2">
                  <c:v>582.37423721670802</c:v>
                </c:pt>
                <c:pt idx="3">
                  <c:v>581.89048904526021</c:v>
                </c:pt>
                <c:pt idx="4">
                  <c:v>581.40391900947839</c:v>
                </c:pt>
                <c:pt idx="5">
                  <c:v>580.91451064848911</c:v>
                </c:pt>
                <c:pt idx="6">
                  <c:v>580.42224740539166</c:v>
                </c:pt>
                <c:pt idx="7">
                  <c:v>579.92711262671298</c:v>
                </c:pt>
                <c:pt idx="8">
                  <c:v>579.4290895618235</c:v>
                </c:pt>
                <c:pt idx="9">
                  <c:v>578.92816136238889</c:v>
                </c:pt>
                <c:pt idx="10">
                  <c:v>578.42431108179096</c:v>
                </c:pt>
                <c:pt idx="11">
                  <c:v>577.91752167455547</c:v>
                </c:pt>
                <c:pt idx="12">
                  <c:v>577.40777599577916</c:v>
                </c:pt>
                <c:pt idx="13">
                  <c:v>576.89505680054242</c:v>
                </c:pt>
                <c:pt idx="14">
                  <c:v>576.37934674333394</c:v>
                </c:pt>
                <c:pt idx="15">
                  <c:v>575.86062837745749</c:v>
                </c:pt>
                <c:pt idx="16">
                  <c:v>575.3388841544479</c:v>
                </c:pt>
                <c:pt idx="17">
                  <c:v>574.81409642347046</c:v>
                </c:pt>
                <c:pt idx="18">
                  <c:v>574.28624743072839</c:v>
                </c:pt>
                <c:pt idx="19">
                  <c:v>573.75531931886303</c:v>
                </c:pt>
                <c:pt idx="20">
                  <c:v>573.22129412634422</c:v>
                </c:pt>
                <c:pt idx="21">
                  <c:v>572.6841537868695</c:v>
                </c:pt>
                <c:pt idx="22">
                  <c:v>572.14388012874804</c:v>
                </c:pt>
                <c:pt idx="23">
                  <c:v>571.6004548742867</c:v>
                </c:pt>
                <c:pt idx="24">
                  <c:v>571.05385963917649</c:v>
                </c:pt>
                <c:pt idx="25">
                  <c:v>570.50407593185855</c:v>
                </c:pt>
                <c:pt idx="26">
                  <c:v>569.95108515291349</c:v>
                </c:pt>
                <c:pt idx="27">
                  <c:v>569.39486859442798</c:v>
                </c:pt>
                <c:pt idx="28">
                  <c:v>568.83540743935112</c:v>
                </c:pt>
                <c:pt idx="29">
                  <c:v>568.27268276086875</c:v>
                </c:pt>
                <c:pt idx="30">
                  <c:v>567.70667552176303</c:v>
                </c:pt>
                <c:pt idx="31">
                  <c:v>567.13736657376023</c:v>
                </c:pt>
                <c:pt idx="32">
                  <c:v>566.56473665689816</c:v>
                </c:pt>
                <c:pt idx="33">
                  <c:v>565.98876639884861</c:v>
                </c:pt>
                <c:pt idx="34">
                  <c:v>565.40943631429661</c:v>
                </c:pt>
                <c:pt idx="35">
                  <c:v>564.82672680424912</c:v>
                </c:pt>
                <c:pt idx="36">
                  <c:v>564.24061815539778</c:v>
                </c:pt>
                <c:pt idx="37">
                  <c:v>563.6510905394257</c:v>
                </c:pt>
                <c:pt idx="38">
                  <c:v>563.05812401236039</c:v>
                </c:pt>
                <c:pt idx="39">
                  <c:v>562.46169851388743</c:v>
                </c:pt>
                <c:pt idx="40">
                  <c:v>561.86179386667322</c:v>
                </c:pt>
                <c:pt idx="41">
                  <c:v>561.25838977568355</c:v>
                </c:pt>
                <c:pt idx="42">
                  <c:v>560.65146582749639</c:v>
                </c:pt>
                <c:pt idx="43">
                  <c:v>560.0410014896114</c:v>
                </c:pt>
                <c:pt idx="44">
                  <c:v>559.4269761097554</c:v>
                </c:pt>
                <c:pt idx="45">
                  <c:v>558.80936891518411</c:v>
                </c:pt>
                <c:pt idx="46">
                  <c:v>558.18815901197752</c:v>
                </c:pt>
                <c:pt idx="47">
                  <c:v>557.56332538433537</c:v>
                </c:pt>
                <c:pt idx="48">
                  <c:v>556.93484689386548</c:v>
                </c:pt>
                <c:pt idx="49">
                  <c:v>556.30270227886854</c:v>
                </c:pt>
                <c:pt idx="50">
                  <c:v>555.66687015361595</c:v>
                </c:pt>
                <c:pt idx="51">
                  <c:v>555.0273290076334</c:v>
                </c:pt>
                <c:pt idx="52">
                  <c:v>554.3840572049661</c:v>
                </c:pt>
                <c:pt idx="53">
                  <c:v>553.73703298344947</c:v>
                </c:pt>
                <c:pt idx="54">
                  <c:v>553.08623445397438</c:v>
                </c:pt>
                <c:pt idx="55">
                  <c:v>552.43163959974436</c:v>
                </c:pt>
                <c:pt idx="56">
                  <c:v>551.77322627553235</c:v>
                </c:pt>
                <c:pt idx="57">
                  <c:v>551.11097220692807</c:v>
                </c:pt>
                <c:pt idx="58">
                  <c:v>550.44485498958818</c:v>
                </c:pt>
                <c:pt idx="59">
                  <c:v>549.77485208848304</c:v>
                </c:pt>
                <c:pt idx="60">
                  <c:v>549.10094083712124</c:v>
                </c:pt>
                <c:pt idx="61">
                  <c:v>548.42309843679152</c:v>
                </c:pt>
                <c:pt idx="62">
                  <c:v>547.7413019557938</c:v>
                </c:pt>
                <c:pt idx="63">
                  <c:v>547.0555283286576</c:v>
                </c:pt>
                <c:pt idx="64">
                  <c:v>546.3657543553627</c:v>
                </c:pt>
                <c:pt idx="65">
                  <c:v>545.67195670055753</c:v>
                </c:pt>
                <c:pt idx="66">
                  <c:v>544.97411189276329</c:v>
                </c:pt>
                <c:pt idx="67">
                  <c:v>544.27219632359459</c:v>
                </c:pt>
                <c:pt idx="68">
                  <c:v>543.56618624693681</c:v>
                </c:pt>
                <c:pt idx="69">
                  <c:v>542.85605777816534</c:v>
                </c:pt>
                <c:pt idx="70">
                  <c:v>542.14178689332607</c:v>
                </c:pt>
                <c:pt idx="71">
                  <c:v>541.42334942832554</c:v>
                </c:pt>
                <c:pt idx="72">
                  <c:v>540.70072107811404</c:v>
                </c:pt>
                <c:pt idx="73">
                  <c:v>539.97387739585565</c:v>
                </c:pt>
                <c:pt idx="74">
                  <c:v>539.24279379211941</c:v>
                </c:pt>
                <c:pt idx="75">
                  <c:v>538.50744553402842</c:v>
                </c:pt>
                <c:pt idx="76">
                  <c:v>537.76780774443148</c:v>
                </c:pt>
                <c:pt idx="77">
                  <c:v>537.02385540106252</c:v>
                </c:pt>
                <c:pt idx="78">
                  <c:v>536.27556333569055</c:v>
                </c:pt>
                <c:pt idx="79">
                  <c:v>535.5229062332694</c:v>
                </c:pt>
                <c:pt idx="80">
                  <c:v>534.76585863108551</c:v>
                </c:pt>
                <c:pt idx="81">
                  <c:v>534.00439491788984</c:v>
                </c:pt>
                <c:pt idx="82">
                  <c:v>533.23848933303054</c:v>
                </c:pt>
                <c:pt idx="83">
                  <c:v>532.46811596559439</c:v>
                </c:pt>
                <c:pt idx="84">
                  <c:v>531.69324875351515</c:v>
                </c:pt>
                <c:pt idx="85">
                  <c:v>530.91386148269839</c:v>
                </c:pt>
                <c:pt idx="86">
                  <c:v>530.12992778613602</c:v>
                </c:pt>
                <c:pt idx="87">
                  <c:v>529.34142114300766</c:v>
                </c:pt>
                <c:pt idx="88">
                  <c:v>528.54831487779893</c:v>
                </c:pt>
                <c:pt idx="89">
                  <c:v>527.75058215937452</c:v>
                </c:pt>
                <c:pt idx="90">
                  <c:v>526.94819600009203</c:v>
                </c:pt>
                <c:pt idx="91">
                  <c:v>526.14112925488041</c:v>
                </c:pt>
                <c:pt idx="92">
                  <c:v>525.32935462032253</c:v>
                </c:pt>
                <c:pt idx="93">
                  <c:v>524.51284463372849</c:v>
                </c:pt>
                <c:pt idx="94">
                  <c:v>523.69157167221374</c:v>
                </c:pt>
                <c:pt idx="95">
                  <c:v>522.86550795175629</c:v>
                </c:pt>
                <c:pt idx="96">
                  <c:v>522.03462552626308</c:v>
                </c:pt>
                <c:pt idx="97">
                  <c:v>521.19889628662384</c:v>
                </c:pt>
                <c:pt idx="98">
                  <c:v>520.35829195974782</c:v>
                </c:pt>
                <c:pt idx="99">
                  <c:v>519.5127841076345</c:v>
                </c:pt>
                <c:pt idx="100">
                  <c:v>518.6623441263838</c:v>
                </c:pt>
                <c:pt idx="101">
                  <c:v>517.80694324524245</c:v>
                </c:pt>
                <c:pt idx="102">
                  <c:v>516.94655252562779</c:v>
                </c:pt>
                <c:pt idx="103">
                  <c:v>516.0811428601487</c:v>
                </c:pt>
                <c:pt idx="104">
                  <c:v>515.21068497162321</c:v>
                </c:pt>
                <c:pt idx="105">
                  <c:v>514.33514941207648</c:v>
                </c:pt>
                <c:pt idx="106">
                  <c:v>513.45450656176888</c:v>
                </c:pt>
                <c:pt idx="107">
                  <c:v>512.56872662816852</c:v>
                </c:pt>
                <c:pt idx="108">
                  <c:v>511.67777964495298</c:v>
                </c:pt>
                <c:pt idx="109">
                  <c:v>510.78163547100218</c:v>
                </c:pt>
                <c:pt idx="110">
                  <c:v>509.88026378937235</c:v>
                </c:pt>
                <c:pt idx="111">
                  <c:v>508.97363410626463</c:v>
                </c:pt>
                <c:pt idx="112">
                  <c:v>508.06171575000553</c:v>
                </c:pt>
                <c:pt idx="113">
                  <c:v>507.14447787000381</c:v>
                </c:pt>
                <c:pt idx="114">
                  <c:v>506.22188943569893</c:v>
                </c:pt>
                <c:pt idx="115">
                  <c:v>505.29391923552816</c:v>
                </c:pt>
                <c:pt idx="116">
                  <c:v>504.36053587585775</c:v>
                </c:pt>
                <c:pt idx="117">
                  <c:v>503.42170777992163</c:v>
                </c:pt>
                <c:pt idx="118">
                  <c:v>502.47740318675932</c:v>
                </c:pt>
                <c:pt idx="119">
                  <c:v>501.5275901501368</c:v>
                </c:pt>
                <c:pt idx="120">
                  <c:v>500.5722365374674</c:v>
                </c:pt>
                <c:pt idx="121">
                  <c:v>499.61131002872395</c:v>
                </c:pt>
                <c:pt idx="122">
                  <c:v>498.64477811534778</c:v>
                </c:pt>
                <c:pt idx="123">
                  <c:v>497.67260809914183</c:v>
                </c:pt>
                <c:pt idx="124">
                  <c:v>496.69476709117379</c:v>
                </c:pt>
                <c:pt idx="125">
                  <c:v>495.71122201066026</c:v>
                </c:pt>
                <c:pt idx="126">
                  <c:v>494.72193958384395</c:v>
                </c:pt>
                <c:pt idx="127">
                  <c:v>493.72688634287113</c:v>
                </c:pt>
                <c:pt idx="128">
                  <c:v>492.72602862465925</c:v>
                </c:pt>
                <c:pt idx="129">
                  <c:v>491.71933256975791</c:v>
                </c:pt>
                <c:pt idx="130">
                  <c:v>490.70676412120264</c:v>
                </c:pt>
                <c:pt idx="131">
                  <c:v>489.68828902336583</c:v>
                </c:pt>
                <c:pt idx="132">
                  <c:v>488.66387282078932</c:v>
                </c:pt>
                <c:pt idx="133">
                  <c:v>487.63348085703177</c:v>
                </c:pt>
                <c:pt idx="134">
                  <c:v>486.59707827348569</c:v>
                </c:pt>
                <c:pt idx="135">
                  <c:v>485.55463000820265</c:v>
                </c:pt>
                <c:pt idx="136">
                  <c:v>484.50610079470522</c:v>
                </c:pt>
                <c:pt idx="137">
                  <c:v>483.45145516079566</c:v>
                </c:pt>
                <c:pt idx="138">
                  <c:v>482.39065742735517</c:v>
                </c:pt>
                <c:pt idx="139">
                  <c:v>481.32367170713616</c:v>
                </c:pt>
                <c:pt idx="140">
                  <c:v>480.25046190354931</c:v>
                </c:pt>
                <c:pt idx="141">
                  <c:v>479.17099170944215</c:v>
                </c:pt>
                <c:pt idx="142">
                  <c:v>478.08522460586863</c:v>
                </c:pt>
                <c:pt idx="143">
                  <c:v>476.99312386085683</c:v>
                </c:pt>
                <c:pt idx="144">
                  <c:v>475.89465252816672</c:v>
                </c:pt>
                <c:pt idx="145">
                  <c:v>474.78977344603493</c:v>
                </c:pt>
                <c:pt idx="146">
                  <c:v>473.67844923592588</c:v>
                </c:pt>
                <c:pt idx="147">
                  <c:v>472.56064230125702</c:v>
                </c:pt>
                <c:pt idx="148">
                  <c:v>471.43631482613404</c:v>
                </c:pt>
                <c:pt idx="149">
                  <c:v>470.30542877407612</c:v>
                </c:pt>
                <c:pt idx="150">
                  <c:v>469.16794588671416</c:v>
                </c:pt>
                <c:pt idx="151">
                  <c:v>468.02382768250692</c:v>
                </c:pt>
                <c:pt idx="152">
                  <c:v>466.87303545544222</c:v>
                </c:pt>
                <c:pt idx="153">
                  <c:v>465.7155302737213</c:v>
                </c:pt>
                <c:pt idx="154">
                  <c:v>464.55127297843899</c:v>
                </c:pt>
                <c:pt idx="155">
                  <c:v>463.38022418226831</c:v>
                </c:pt>
                <c:pt idx="156">
                  <c:v>462.20234426811862</c:v>
                </c:pt>
                <c:pt idx="157">
                  <c:v>461.01759338780494</c:v>
                </c:pt>
                <c:pt idx="158">
                  <c:v>459.82593146068734</c:v>
                </c:pt>
                <c:pt idx="159">
                  <c:v>458.62731817233066</c:v>
                </c:pt>
                <c:pt idx="160">
                  <c:v>457.42171297312308</c:v>
                </c:pt>
                <c:pt idx="161">
                  <c:v>456.20907507692203</c:v>
                </c:pt>
                <c:pt idx="162">
                  <c:v>454.98936345965865</c:v>
                </c:pt>
                <c:pt idx="163">
                  <c:v>453.76253685796161</c:v>
                </c:pt>
                <c:pt idx="164">
                  <c:v>452.52855376775369</c:v>
                </c:pt>
                <c:pt idx="165">
                  <c:v>451.28737244285344</c:v>
                </c:pt>
                <c:pt idx="166">
                  <c:v>450.03895089355927</c:v>
                </c:pt>
                <c:pt idx="167">
                  <c:v>448.78324688522639</c:v>
                </c:pt>
                <c:pt idx="168">
                  <c:v>447.52021793684469</c:v>
                </c:pt>
                <c:pt idx="169">
                  <c:v>446.24982131959905</c:v>
                </c:pt>
                <c:pt idx="170">
                  <c:v>444.97201405541699</c:v>
                </c:pt>
                <c:pt idx="171">
                  <c:v>443.68675291552853</c:v>
                </c:pt>
                <c:pt idx="172">
                  <c:v>442.39399441898928</c:v>
                </c:pt>
                <c:pt idx="173">
                  <c:v>441.09369483122265</c:v>
                </c:pt>
                <c:pt idx="174">
                  <c:v>439.78581016252627</c:v>
                </c:pt>
                <c:pt idx="175">
                  <c:v>438.47029616659569</c:v>
                </c:pt>
                <c:pt idx="176">
                  <c:v>437.14710833902313</c:v>
                </c:pt>
                <c:pt idx="177">
                  <c:v>435.8162019157881</c:v>
                </c:pt>
                <c:pt idx="178">
                  <c:v>434.47753187175175</c:v>
                </c:pt>
                <c:pt idx="179">
                  <c:v>433.1310529191241</c:v>
                </c:pt>
                <c:pt idx="180">
                  <c:v>431.77671950594123</c:v>
                </c:pt>
                <c:pt idx="181">
                  <c:v>430.41448581451402</c:v>
                </c:pt>
                <c:pt idx="182">
                  <c:v>429.04430575988675</c:v>
                </c:pt>
                <c:pt idx="183">
                  <c:v>427.66613298827224</c:v>
                </c:pt>
                <c:pt idx="184">
                  <c:v>426.27992087549381</c:v>
                </c:pt>
                <c:pt idx="185">
                  <c:v>424.88562252538901</c:v>
                </c:pt>
                <c:pt idx="186">
                  <c:v>423.48319076824043</c:v>
                </c:pt>
                <c:pt idx="187">
                  <c:v>422.07257815917814</c:v>
                </c:pt>
                <c:pt idx="188">
                  <c:v>420.65373697656145</c:v>
                </c:pt>
                <c:pt idx="189">
                  <c:v>419.22661922037844</c:v>
                </c:pt>
                <c:pt idx="190">
                  <c:v>417.79117661061861</c:v>
                </c:pt>
                <c:pt idx="191">
                  <c:v>416.34736058563732</c:v>
                </c:pt>
                <c:pt idx="192">
                  <c:v>414.89512230050724</c:v>
                </c:pt>
                <c:pt idx="193">
                  <c:v>413.43441262538187</c:v>
                </c:pt>
                <c:pt idx="194">
                  <c:v>411.96518214381808</c:v>
                </c:pt>
                <c:pt idx="195">
                  <c:v>410.48738115111166</c:v>
                </c:pt>
                <c:pt idx="196">
                  <c:v>409.0009596526138</c:v>
                </c:pt>
                <c:pt idx="197">
                  <c:v>407.50586736204332</c:v>
                </c:pt>
                <c:pt idx="198">
                  <c:v>406.00205369977726</c:v>
                </c:pt>
                <c:pt idx="199">
                  <c:v>404.48946779114652</c:v>
                </c:pt>
                <c:pt idx="200">
                  <c:v>402.96805846471625</c:v>
                </c:pt>
                <c:pt idx="201">
                  <c:v>401.43777425054793</c:v>
                </c:pt>
                <c:pt idx="202">
                  <c:v>399.89856337846493</c:v>
                </c:pt>
                <c:pt idx="203">
                  <c:v>398.35037377629334</c:v>
                </c:pt>
                <c:pt idx="204">
                  <c:v>396.79315306810872</c:v>
                </c:pt>
                <c:pt idx="205">
                  <c:v>395.22684857246264</c:v>
                </c:pt>
                <c:pt idx="206">
                  <c:v>393.65140730059017</c:v>
                </c:pt>
                <c:pt idx="207">
                  <c:v>392.06677595463123</c:v>
                </c:pt>
                <c:pt idx="208">
                  <c:v>390.47290092582176</c:v>
                </c:pt>
                <c:pt idx="209">
                  <c:v>388.86972829267694</c:v>
                </c:pt>
                <c:pt idx="210">
                  <c:v>387.25720381917262</c:v>
                </c:pt>
                <c:pt idx="211">
                  <c:v>385.63527295290498</c:v>
                </c:pt>
                <c:pt idx="212">
                  <c:v>384.00388082325378</c:v>
                </c:pt>
                <c:pt idx="213">
                  <c:v>382.3629722395097</c:v>
                </c:pt>
                <c:pt idx="214">
                  <c:v>380.71249168902909</c:v>
                </c:pt>
                <c:pt idx="215">
                  <c:v>379.05238333533714</c:v>
                </c:pt>
                <c:pt idx="216">
                  <c:v>377.38259101624658</c:v>
                </c:pt>
                <c:pt idx="217">
                  <c:v>375.7030582419618</c:v>
                </c:pt>
                <c:pt idx="218">
                  <c:v>374.01372819316242</c:v>
                </c:pt>
                <c:pt idx="219">
                  <c:v>372.31454371907722</c:v>
                </c:pt>
                <c:pt idx="220">
                  <c:v>370.60544733556128</c:v>
                </c:pt>
                <c:pt idx="221">
                  <c:v>368.88638122313887</c:v>
                </c:pt>
                <c:pt idx="222">
                  <c:v>367.15728722506293</c:v>
                </c:pt>
                <c:pt idx="223">
                  <c:v>365.41810684532862</c:v>
                </c:pt>
                <c:pt idx="224">
                  <c:v>363.66878124671535</c:v>
                </c:pt>
                <c:pt idx="225">
                  <c:v>361.90925124877515</c:v>
                </c:pt>
                <c:pt idx="226">
                  <c:v>360.13945732584932</c:v>
                </c:pt>
                <c:pt idx="227">
                  <c:v>358.35933960503752</c:v>
                </c:pt>
                <c:pt idx="228">
                  <c:v>356.56883786418825</c:v>
                </c:pt>
                <c:pt idx="229">
                  <c:v>354.76789152985225</c:v>
                </c:pt>
                <c:pt idx="230">
                  <c:v>352.95643967522892</c:v>
                </c:pt>
                <c:pt idx="231">
                  <c:v>351.13442101812331</c:v>
                </c:pt>
                <c:pt idx="232">
                  <c:v>349.30177391885053</c:v>
                </c:pt>
                <c:pt idx="233">
                  <c:v>347.45843637816523</c:v>
                </c:pt>
                <c:pt idx="234">
                  <c:v>345.60434603515932</c:v>
                </c:pt>
                <c:pt idx="235">
                  <c:v>343.73944016515247</c:v>
                </c:pt>
                <c:pt idx="236">
                  <c:v>341.86365567757065</c:v>
                </c:pt>
                <c:pt idx="237">
                  <c:v>339.97692911381131</c:v>
                </c:pt>
                <c:pt idx="238">
                  <c:v>338.07919664509654</c:v>
                </c:pt>
                <c:pt idx="239">
                  <c:v>336.17039407031433</c:v>
                </c:pt>
                <c:pt idx="240">
                  <c:v>334.25045681384711</c:v>
                </c:pt>
                <c:pt idx="241">
                  <c:v>332.31931992338156</c:v>
                </c:pt>
                <c:pt idx="242">
                  <c:v>330.37691806772199</c:v>
                </c:pt>
                <c:pt idx="243">
                  <c:v>328.42318553457199</c:v>
                </c:pt>
                <c:pt idx="244">
                  <c:v>326.45805622831199</c:v>
                </c:pt>
                <c:pt idx="245">
                  <c:v>324.48146366776547</c:v>
                </c:pt>
                <c:pt idx="246">
                  <c:v>322.49334098394883</c:v>
                </c:pt>
                <c:pt idx="247">
                  <c:v>320.49362091780921</c:v>
                </c:pt>
                <c:pt idx="248">
                  <c:v>318.48223581795196</c:v>
                </c:pt>
                <c:pt idx="249">
                  <c:v>316.45911763834465</c:v>
                </c:pt>
                <c:pt idx="250">
                  <c:v>314.42419793602329</c:v>
                </c:pt>
                <c:pt idx="251">
                  <c:v>312.37740786877157</c:v>
                </c:pt>
                <c:pt idx="252">
                  <c:v>310.31867819279415</c:v>
                </c:pt>
                <c:pt idx="253">
                  <c:v>308.24793926037353</c:v>
                </c:pt>
                <c:pt idx="254">
                  <c:v>306.16512101751385</c:v>
                </c:pt>
                <c:pt idx="255">
                  <c:v>304.07015300156979</c:v>
                </c:pt>
                <c:pt idx="256">
                  <c:v>301.96296433886891</c:v>
                </c:pt>
                <c:pt idx="257">
                  <c:v>299.84348374229899</c:v>
                </c:pt>
                <c:pt idx="258">
                  <c:v>297.71163950891679</c:v>
                </c:pt>
                <c:pt idx="259">
                  <c:v>295.56735951750704</c:v>
                </c:pt>
                <c:pt idx="260">
                  <c:v>293.41057122614734</c:v>
                </c:pt>
                <c:pt idx="261">
                  <c:v>291.24120166975638</c:v>
                </c:pt>
                <c:pt idx="262">
                  <c:v>289.05917745761622</c:v>
                </c:pt>
                <c:pt idx="263">
                  <c:v>286.86442477090867</c:v>
                </c:pt>
                <c:pt idx="264">
                  <c:v>284.65686936019301</c:v>
                </c:pt>
                <c:pt idx="265">
                  <c:v>282.43643654291373</c:v>
                </c:pt>
                <c:pt idx="266">
                  <c:v>280.20305120086999</c:v>
                </c:pt>
                <c:pt idx="267">
                  <c:v>277.9566377776631</c:v>
                </c:pt>
                <c:pt idx="268">
                  <c:v>275.69712027615503</c:v>
                </c:pt>
                <c:pt idx="269">
                  <c:v>273.42442225588729</c:v>
                </c:pt>
                <c:pt idx="270">
                  <c:v>271.13846683050178</c:v>
                </c:pt>
                <c:pt idx="271">
                  <c:v>268.83917666513395</c:v>
                </c:pt>
                <c:pt idx="272">
                  <c:v>266.52647397380224</c:v>
                </c:pt>
                <c:pt idx="273">
                  <c:v>264.20028051677087</c:v>
                </c:pt>
                <c:pt idx="274">
                  <c:v>261.86051759790666</c:v>
                </c:pt>
                <c:pt idx="275">
                  <c:v>259.50710606201528</c:v>
                </c:pt>
                <c:pt idx="276">
                  <c:v>257.13996629216587</c:v>
                </c:pt>
                <c:pt idx="277">
                  <c:v>254.75901820699158</c:v>
                </c:pt>
                <c:pt idx="278">
                  <c:v>252.36418125798721</c:v>
                </c:pt>
                <c:pt idx="279">
                  <c:v>249.9553744267802</c:v>
                </c:pt>
                <c:pt idx="280">
                  <c:v>247.53251622239114</c:v>
                </c:pt>
                <c:pt idx="281">
                  <c:v>245.09552467847652</c:v>
                </c:pt>
                <c:pt idx="282">
                  <c:v>242.64431735055581</c:v>
                </c:pt>
                <c:pt idx="283">
                  <c:v>240.17881131322221</c:v>
                </c:pt>
                <c:pt idx="284">
                  <c:v>237.69892315733767</c:v>
                </c:pt>
                <c:pt idx="285">
                  <c:v>235.20456898720988</c:v>
                </c:pt>
                <c:pt idx="286">
                  <c:v>232.69566441775672</c:v>
                </c:pt>
                <c:pt idx="287">
                  <c:v>230.17212457164803</c:v>
                </c:pt>
                <c:pt idx="288">
                  <c:v>227.63386407643739</c:v>
                </c:pt>
                <c:pt idx="289">
                  <c:v>225.08079706167177</c:v>
                </c:pt>
                <c:pt idx="290">
                  <c:v>222.5128371559868</c:v>
                </c:pt>
                <c:pt idx="291">
                  <c:v>219.92989748418441</c:v>
                </c:pt>
                <c:pt idx="292">
                  <c:v>217.33189066429682</c:v>
                </c:pt>
                <c:pt idx="293">
                  <c:v>214.71872880462669</c:v>
                </c:pt>
                <c:pt idx="294">
                  <c:v>212.09032350077521</c:v>
                </c:pt>
                <c:pt idx="295">
                  <c:v>209.44658583265098</c:v>
                </c:pt>
                <c:pt idx="296">
                  <c:v>206.78742636146362</c:v>
                </c:pt>
                <c:pt idx="297">
                  <c:v>204.11275512669243</c:v>
                </c:pt>
                <c:pt idx="298">
                  <c:v>201.4224816430538</c:v>
                </c:pt>
                <c:pt idx="299">
                  <c:v>198.71651489742598</c:v>
                </c:pt>
                <c:pt idx="300">
                  <c:v>195.99476334578239</c:v>
                </c:pt>
                <c:pt idx="301">
                  <c:v>193.25713491008761</c:v>
                </c:pt>
                <c:pt idx="302">
                  <c:v>190.50353697518449</c:v>
                </c:pt>
                <c:pt idx="303">
                  <c:v>187.7338763856612</c:v>
                </c:pt>
                <c:pt idx="304">
                  <c:v>184.94805944269962</c:v>
                </c:pt>
                <c:pt idx="305">
                  <c:v>182.14599190090252</c:v>
                </c:pt>
                <c:pt idx="306">
                  <c:v>179.32757896511285</c:v>
                </c:pt>
                <c:pt idx="307">
                  <c:v>176.49272528719746</c:v>
                </c:pt>
                <c:pt idx="308">
                  <c:v>173.64133496282753</c:v>
                </c:pt>
                <c:pt idx="309">
                  <c:v>170.77331152823177</c:v>
                </c:pt>
                <c:pt idx="310">
                  <c:v>167.88855795693556</c:v>
                </c:pt>
                <c:pt idx="311">
                  <c:v>164.98697665647217</c:v>
                </c:pt>
                <c:pt idx="312">
                  <c:v>162.06846946508986</c:v>
                </c:pt>
                <c:pt idx="313">
                  <c:v>159.1329376484245</c:v>
                </c:pt>
                <c:pt idx="314">
                  <c:v>156.18028189616098</c:v>
                </c:pt>
                <c:pt idx="315">
                  <c:v>153.21040231867681</c:v>
                </c:pt>
                <c:pt idx="316">
                  <c:v>150.22319844365708</c:v>
                </c:pt>
                <c:pt idx="317">
                  <c:v>147.21856921269986</c:v>
                </c:pt>
                <c:pt idx="318">
                  <c:v>144.19641297789576</c:v>
                </c:pt>
                <c:pt idx="319">
                  <c:v>141.15662749838788</c:v>
                </c:pt>
                <c:pt idx="320">
                  <c:v>138.09910993691656</c:v>
                </c:pt>
                <c:pt idx="321">
                  <c:v>135.02375685633669</c:v>
                </c:pt>
                <c:pt idx="322">
                  <c:v>131.93046421611999</c:v>
                </c:pt>
                <c:pt idx="323">
                  <c:v>128.81912736883561</c:v>
                </c:pt>
                <c:pt idx="324">
                  <c:v>125.68964105660827</c:v>
                </c:pt>
                <c:pt idx="325">
                  <c:v>122.54189940756019</c:v>
                </c:pt>
                <c:pt idx="326">
                  <c:v>119.37579593222536</c:v>
                </c:pt>
                <c:pt idx="327">
                  <c:v>116.19122351995182</c:v>
                </c:pt>
                <c:pt idx="328">
                  <c:v>112.98807443527296</c:v>
                </c:pt>
                <c:pt idx="329">
                  <c:v>109.7662403142668</c:v>
                </c:pt>
                <c:pt idx="330">
                  <c:v>106.52561216088795</c:v>
                </c:pt>
                <c:pt idx="331">
                  <c:v>103.26608034328135</c:v>
                </c:pt>
                <c:pt idx="332">
                  <c:v>99.987534590071974</c:v>
                </c:pt>
                <c:pt idx="333">
                  <c:v>96.689863986635487</c:v>
                </c:pt>
                <c:pt idx="334">
                  <c:v>93.37295697134563</c:v>
                </c:pt>
                <c:pt idx="335">
                  <c:v>90.036701331799605</c:v>
                </c:pt>
                <c:pt idx="336">
                  <c:v>86.680984201023449</c:v>
                </c:pt>
                <c:pt idx="337">
                  <c:v>83.305692053650588</c:v>
                </c:pt>
                <c:pt idx="338">
                  <c:v>79.910710702085311</c:v>
                </c:pt>
                <c:pt idx="339">
                  <c:v>76.49592529263559</c:v>
                </c:pt>
                <c:pt idx="340">
                  <c:v>73.061220301630797</c:v>
                </c:pt>
                <c:pt idx="341">
                  <c:v>69.606479531511397</c:v>
                </c:pt>
                <c:pt idx="342">
                  <c:v>66.131586106900258</c:v>
                </c:pt>
                <c:pt idx="343">
                  <c:v>62.636422470645208</c:v>
                </c:pt>
                <c:pt idx="344">
                  <c:v>59.120870379845492</c:v>
                </c:pt>
                <c:pt idx="345">
                  <c:v>55.584810901849345</c:v>
                </c:pt>
                <c:pt idx="346">
                  <c:v>52.028124410231584</c:v>
                </c:pt>
                <c:pt idx="347">
                  <c:v>48.450690580745913</c:v>
                </c:pt>
                <c:pt idx="348">
                  <c:v>44.852388387255154</c:v>
                </c:pt>
                <c:pt idx="349">
                  <c:v>41.233096097635574</c:v>
                </c:pt>
                <c:pt idx="350">
                  <c:v>37.592691269659888</c:v>
                </c:pt>
                <c:pt idx="351">
                  <c:v>33.931050746854332</c:v>
                </c:pt>
                <c:pt idx="352">
                  <c:v>30.248050654332417</c:v>
                </c:pt>
                <c:pt idx="353">
                  <c:v>26.543566394604124</c:v>
                </c:pt>
                <c:pt idx="354">
                  <c:v>22.817472643360727</c:v>
                </c:pt>
                <c:pt idx="355">
                  <c:v>19.06964334523504</c:v>
                </c:pt>
                <c:pt idx="356">
                  <c:v>15.299951709537066</c:v>
                </c:pt>
                <c:pt idx="357">
                  <c:v>11.508270205964148</c:v>
                </c:pt>
                <c:pt idx="358">
                  <c:v>7.6944705602870282</c:v>
                </c:pt>
                <c:pt idx="359">
                  <c:v>3.8584237500101608</c:v>
                </c:pt>
              </c:numCache>
            </c:numRef>
          </c:val>
        </c:ser>
        <c:ser>
          <c:idx val="1"/>
          <c:order val="1"/>
          <c:tx>
            <c:strRef>
              <c:f>CPM!$E$22</c:f>
              <c:strCache>
                <c:ptCount val="1"/>
                <c:pt idx="0">
                  <c:v>Principal</c:v>
                </c:pt>
              </c:strCache>
            </c:strRef>
          </c:tx>
          <c:spPr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CPM!$A$23:$A$382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CPM!$E$23:$E$382</c:f>
              <c:numCache>
                <c:formatCode>"$"#,##0.00_);[Red]\("$"#,##0.00\)</c:formatCode>
                <c:ptCount val="360"/>
                <c:pt idx="0">
                  <c:v>81.969161845849456</c:v>
                </c:pt>
                <c:pt idx="1">
                  <c:v>82.447315289950311</c:v>
                </c:pt>
                <c:pt idx="2">
                  <c:v>82.928257962474689</c:v>
                </c:pt>
                <c:pt idx="3">
                  <c:v>83.412006133922418</c:v>
                </c:pt>
                <c:pt idx="4">
                  <c:v>83.898576169703688</c:v>
                </c:pt>
                <c:pt idx="5">
                  <c:v>84.387984530693458</c:v>
                </c:pt>
                <c:pt idx="6">
                  <c:v>84.880247773788966</c:v>
                </c:pt>
                <c:pt idx="7">
                  <c:v>85.375382552468963</c:v>
                </c:pt>
                <c:pt idx="8">
                  <c:v>85.873405617358898</c:v>
                </c:pt>
                <c:pt idx="9">
                  <c:v>86.374333816793325</c:v>
                </c:pt>
                <c:pt idx="10">
                  <c:v>86.878184097391426</c:v>
                </c:pt>
                <c:pt idx="11">
                  <c:v>87.384973504626558</c:v>
                </c:pt>
                <c:pt idx="12">
                  <c:v>87.894719183403481</c:v>
                </c:pt>
                <c:pt idx="13">
                  <c:v>88.407438378639696</c:v>
                </c:pt>
                <c:pt idx="14">
                  <c:v>88.923148435848702</c:v>
                </c:pt>
                <c:pt idx="15">
                  <c:v>89.441866801724473</c:v>
                </c:pt>
                <c:pt idx="16">
                  <c:v>89.963611024734632</c:v>
                </c:pt>
                <c:pt idx="17">
                  <c:v>90.488398755712183</c:v>
                </c:pt>
                <c:pt idx="18">
                  <c:v>91.016247748453878</c:v>
                </c:pt>
                <c:pt idx="19">
                  <c:v>91.547175860319896</c:v>
                </c:pt>
                <c:pt idx="20">
                  <c:v>92.081201052838409</c:v>
                </c:pt>
                <c:pt idx="21">
                  <c:v>92.618341392313042</c:v>
                </c:pt>
                <c:pt idx="22">
                  <c:v>93.158615050434804</c:v>
                </c:pt>
                <c:pt idx="23">
                  <c:v>93.702040304895888</c:v>
                </c:pt>
                <c:pt idx="24">
                  <c:v>94.248635540007896</c:v>
                </c:pt>
                <c:pt idx="25">
                  <c:v>94.798419247324546</c:v>
                </c:pt>
                <c:pt idx="26">
                  <c:v>95.351410026267217</c:v>
                </c:pt>
                <c:pt idx="27">
                  <c:v>95.907626584753942</c:v>
                </c:pt>
                <c:pt idx="28">
                  <c:v>96.467087739831513</c:v>
                </c:pt>
                <c:pt idx="29">
                  <c:v>97.029812418313881</c:v>
                </c:pt>
                <c:pt idx="30">
                  <c:v>97.595819657420748</c:v>
                </c:pt>
                <c:pt idx="31">
                  <c:v>98.16512860542241</c:v>
                </c:pt>
                <c:pt idx="32">
                  <c:v>98.737758522287308</c:v>
                </c:pt>
                <c:pt idx="33">
                  <c:v>99.313728780334031</c:v>
                </c:pt>
                <c:pt idx="34">
                  <c:v>99.893058864885958</c:v>
                </c:pt>
                <c:pt idx="35">
                  <c:v>100.47576837493084</c:v>
                </c:pt>
                <c:pt idx="36">
                  <c:v>101.06187702378453</c:v>
                </c:pt>
                <c:pt idx="37">
                  <c:v>101.65140463975695</c:v>
                </c:pt>
                <c:pt idx="38">
                  <c:v>102.24437116682211</c:v>
                </c:pt>
                <c:pt idx="39">
                  <c:v>102.8407966652954</c:v>
                </c:pt>
                <c:pt idx="40">
                  <c:v>103.44070131250909</c:v>
                </c:pt>
                <c:pt idx="41">
                  <c:v>104.04410540349909</c:v>
                </c:pt>
                <c:pt idx="42">
                  <c:v>104.65102935168625</c:v>
                </c:pt>
                <c:pt idx="43">
                  <c:v>105.26149368957147</c:v>
                </c:pt>
                <c:pt idx="44">
                  <c:v>105.87551906942672</c:v>
                </c:pt>
                <c:pt idx="45">
                  <c:v>106.4931262639988</c:v>
                </c:pt>
                <c:pt idx="46">
                  <c:v>107.11433616720524</c:v>
                </c:pt>
                <c:pt idx="47">
                  <c:v>107.73916979484764</c:v>
                </c:pt>
                <c:pt idx="48">
                  <c:v>108.36764828531753</c:v>
                </c:pt>
                <c:pt idx="49">
                  <c:v>108.9997929003149</c:v>
                </c:pt>
                <c:pt idx="50">
                  <c:v>109.6356250255667</c:v>
                </c:pt>
                <c:pt idx="51">
                  <c:v>110.27516617154905</c:v>
                </c:pt>
                <c:pt idx="52">
                  <c:v>110.91843797421654</c:v>
                </c:pt>
                <c:pt idx="53">
                  <c:v>111.56546219573271</c:v>
                </c:pt>
                <c:pt idx="54">
                  <c:v>112.2162607252083</c:v>
                </c:pt>
                <c:pt idx="55">
                  <c:v>112.8708555794381</c:v>
                </c:pt>
                <c:pt idx="56">
                  <c:v>113.52926890365158</c:v>
                </c:pt>
                <c:pt idx="57">
                  <c:v>114.19152297225638</c:v>
                </c:pt>
                <c:pt idx="58">
                  <c:v>114.85764018959445</c:v>
                </c:pt>
                <c:pt idx="59">
                  <c:v>115.52764309070052</c:v>
                </c:pt>
                <c:pt idx="60">
                  <c:v>116.20155434206289</c:v>
                </c:pt>
                <c:pt idx="61">
                  <c:v>116.87939674239126</c:v>
                </c:pt>
                <c:pt idx="62">
                  <c:v>117.56119322338903</c:v>
                </c:pt>
                <c:pt idx="63">
                  <c:v>118.24696685052527</c:v>
                </c:pt>
                <c:pt idx="64">
                  <c:v>118.93674082381995</c:v>
                </c:pt>
                <c:pt idx="65">
                  <c:v>119.63053847862537</c:v>
                </c:pt>
                <c:pt idx="66">
                  <c:v>120.32838328641751</c:v>
                </c:pt>
                <c:pt idx="67">
                  <c:v>121.0302988555881</c:v>
                </c:pt>
                <c:pt idx="68">
                  <c:v>121.73630893224581</c:v>
                </c:pt>
                <c:pt idx="69">
                  <c:v>122.4464374010176</c:v>
                </c:pt>
                <c:pt idx="70">
                  <c:v>123.16070828585639</c:v>
                </c:pt>
                <c:pt idx="71">
                  <c:v>123.87914575085745</c:v>
                </c:pt>
                <c:pt idx="72">
                  <c:v>124.60177410107075</c:v>
                </c:pt>
                <c:pt idx="73">
                  <c:v>125.32861778332698</c:v>
                </c:pt>
                <c:pt idx="74">
                  <c:v>126.05970138706282</c:v>
                </c:pt>
                <c:pt idx="75">
                  <c:v>126.79504964515422</c:v>
                </c:pt>
                <c:pt idx="76">
                  <c:v>127.53468743475094</c:v>
                </c:pt>
                <c:pt idx="77">
                  <c:v>128.27863977812018</c:v>
                </c:pt>
                <c:pt idx="78">
                  <c:v>129.02693184349326</c:v>
                </c:pt>
                <c:pt idx="79">
                  <c:v>129.77958894591302</c:v>
                </c:pt>
                <c:pt idx="80">
                  <c:v>130.53663654809785</c:v>
                </c:pt>
                <c:pt idx="81">
                  <c:v>131.29810026129473</c:v>
                </c:pt>
                <c:pt idx="82">
                  <c:v>132.06400584615182</c:v>
                </c:pt>
                <c:pt idx="83">
                  <c:v>132.83437921358825</c:v>
                </c:pt>
                <c:pt idx="84">
                  <c:v>133.60924642566749</c:v>
                </c:pt>
                <c:pt idx="85">
                  <c:v>134.38863369648416</c:v>
                </c:pt>
                <c:pt idx="86">
                  <c:v>135.17256739304625</c:v>
                </c:pt>
                <c:pt idx="87">
                  <c:v>135.96107403617233</c:v>
                </c:pt>
                <c:pt idx="88">
                  <c:v>136.75418030138371</c:v>
                </c:pt>
                <c:pt idx="89">
                  <c:v>137.55191301980838</c:v>
                </c:pt>
                <c:pt idx="90">
                  <c:v>138.35429917909067</c:v>
                </c:pt>
                <c:pt idx="91">
                  <c:v>139.16136592430149</c:v>
                </c:pt>
                <c:pt idx="92">
                  <c:v>139.97314055886045</c:v>
                </c:pt>
                <c:pt idx="93">
                  <c:v>140.78965054545378</c:v>
                </c:pt>
                <c:pt idx="94">
                  <c:v>141.61092350696848</c:v>
                </c:pt>
                <c:pt idx="95">
                  <c:v>142.43698722742641</c:v>
                </c:pt>
                <c:pt idx="96">
                  <c:v>143.26786965291961</c:v>
                </c:pt>
                <c:pt idx="97">
                  <c:v>144.10359889256128</c:v>
                </c:pt>
                <c:pt idx="98">
                  <c:v>144.94420321943483</c:v>
                </c:pt>
                <c:pt idx="99">
                  <c:v>145.78971107154752</c:v>
                </c:pt>
                <c:pt idx="100">
                  <c:v>146.64015105279879</c:v>
                </c:pt>
                <c:pt idx="101">
                  <c:v>147.49555193393999</c:v>
                </c:pt>
                <c:pt idx="102">
                  <c:v>148.35594265355522</c:v>
                </c:pt>
                <c:pt idx="103">
                  <c:v>149.22135231903431</c:v>
                </c:pt>
                <c:pt idx="104">
                  <c:v>150.09181020756159</c:v>
                </c:pt>
                <c:pt idx="105">
                  <c:v>150.96734576710571</c:v>
                </c:pt>
                <c:pt idx="106">
                  <c:v>151.84798861741447</c:v>
                </c:pt>
                <c:pt idx="107">
                  <c:v>152.73376855101532</c:v>
                </c:pt>
                <c:pt idx="108">
                  <c:v>153.62471553422958</c:v>
                </c:pt>
                <c:pt idx="109">
                  <c:v>154.52085970817933</c:v>
                </c:pt>
                <c:pt idx="110">
                  <c:v>155.42223138981086</c:v>
                </c:pt>
                <c:pt idx="111">
                  <c:v>156.32886107291787</c:v>
                </c:pt>
                <c:pt idx="112">
                  <c:v>157.24077942917557</c:v>
                </c:pt>
                <c:pt idx="113">
                  <c:v>158.15801730918017</c:v>
                </c:pt>
                <c:pt idx="114">
                  <c:v>159.08060574348337</c:v>
                </c:pt>
                <c:pt idx="115">
                  <c:v>160.00857594365374</c:v>
                </c:pt>
                <c:pt idx="116">
                  <c:v>160.94195930332501</c:v>
                </c:pt>
                <c:pt idx="117">
                  <c:v>161.88078739926101</c:v>
                </c:pt>
                <c:pt idx="118">
                  <c:v>162.82509199242392</c:v>
                </c:pt>
                <c:pt idx="119">
                  <c:v>163.77490502904496</c:v>
                </c:pt>
                <c:pt idx="120">
                  <c:v>164.73025864171518</c:v>
                </c:pt>
                <c:pt idx="121">
                  <c:v>165.69118515045858</c:v>
                </c:pt>
                <c:pt idx="122">
                  <c:v>166.65771706383629</c:v>
                </c:pt>
                <c:pt idx="123">
                  <c:v>167.62988708004195</c:v>
                </c:pt>
                <c:pt idx="124">
                  <c:v>168.60772808800886</c:v>
                </c:pt>
                <c:pt idx="125">
                  <c:v>169.59127316852218</c:v>
                </c:pt>
                <c:pt idx="126">
                  <c:v>170.58055559533813</c:v>
                </c:pt>
                <c:pt idx="127">
                  <c:v>171.57560883631135</c:v>
                </c:pt>
                <c:pt idx="128">
                  <c:v>172.57646655452365</c:v>
                </c:pt>
                <c:pt idx="129">
                  <c:v>173.58316260942473</c:v>
                </c:pt>
                <c:pt idx="130">
                  <c:v>174.59573105798023</c:v>
                </c:pt>
                <c:pt idx="131">
                  <c:v>175.61420615581795</c:v>
                </c:pt>
                <c:pt idx="132">
                  <c:v>176.63862235839403</c:v>
                </c:pt>
                <c:pt idx="133">
                  <c:v>177.66901432215042</c:v>
                </c:pt>
                <c:pt idx="134">
                  <c:v>178.70541690569726</c:v>
                </c:pt>
                <c:pt idx="135">
                  <c:v>179.74786517097962</c:v>
                </c:pt>
                <c:pt idx="136">
                  <c:v>180.79639438447742</c:v>
                </c:pt>
                <c:pt idx="137">
                  <c:v>181.85104001838738</c:v>
                </c:pt>
                <c:pt idx="138">
                  <c:v>182.91183775182748</c:v>
                </c:pt>
                <c:pt idx="139">
                  <c:v>183.97882347204649</c:v>
                </c:pt>
                <c:pt idx="140">
                  <c:v>185.05203327563416</c:v>
                </c:pt>
                <c:pt idx="141">
                  <c:v>186.13150346974075</c:v>
                </c:pt>
                <c:pt idx="142">
                  <c:v>187.21727057331478</c:v>
                </c:pt>
                <c:pt idx="143">
                  <c:v>188.30937131832584</c:v>
                </c:pt>
                <c:pt idx="144">
                  <c:v>189.40784265101601</c:v>
                </c:pt>
                <c:pt idx="145">
                  <c:v>190.51272173314632</c:v>
                </c:pt>
                <c:pt idx="146">
                  <c:v>191.62404594325682</c:v>
                </c:pt>
                <c:pt idx="147">
                  <c:v>192.74185287792585</c:v>
                </c:pt>
                <c:pt idx="148">
                  <c:v>193.86618035304721</c:v>
                </c:pt>
                <c:pt idx="149">
                  <c:v>194.99706640510661</c:v>
                </c:pt>
                <c:pt idx="150">
                  <c:v>196.13454929246956</c:v>
                </c:pt>
                <c:pt idx="151">
                  <c:v>197.27866749667572</c:v>
                </c:pt>
                <c:pt idx="152">
                  <c:v>198.42945972373968</c:v>
                </c:pt>
                <c:pt idx="153">
                  <c:v>199.58696490546146</c:v>
                </c:pt>
                <c:pt idx="154">
                  <c:v>200.75122220074337</c:v>
                </c:pt>
                <c:pt idx="155">
                  <c:v>201.92227099691482</c:v>
                </c:pt>
                <c:pt idx="156">
                  <c:v>203.10015091106311</c:v>
                </c:pt>
                <c:pt idx="157">
                  <c:v>204.28490179137697</c:v>
                </c:pt>
                <c:pt idx="158">
                  <c:v>205.47656371849411</c:v>
                </c:pt>
                <c:pt idx="159">
                  <c:v>206.67517700685141</c:v>
                </c:pt>
                <c:pt idx="160">
                  <c:v>207.88078220605817</c:v>
                </c:pt>
                <c:pt idx="161">
                  <c:v>209.09342010226061</c:v>
                </c:pt>
                <c:pt idx="162">
                  <c:v>210.31313171952382</c:v>
                </c:pt>
                <c:pt idx="163">
                  <c:v>211.53995832122098</c:v>
                </c:pt>
                <c:pt idx="164">
                  <c:v>212.77394141142818</c:v>
                </c:pt>
                <c:pt idx="165">
                  <c:v>214.01512273632773</c:v>
                </c:pt>
                <c:pt idx="166">
                  <c:v>215.26354428562337</c:v>
                </c:pt>
                <c:pt idx="167">
                  <c:v>216.51924829395588</c:v>
                </c:pt>
                <c:pt idx="168">
                  <c:v>217.78227724233767</c:v>
                </c:pt>
                <c:pt idx="169">
                  <c:v>219.05267385958467</c:v>
                </c:pt>
                <c:pt idx="170">
                  <c:v>220.33048112376554</c:v>
                </c:pt>
                <c:pt idx="171">
                  <c:v>221.61574226365374</c:v>
                </c:pt>
                <c:pt idx="172">
                  <c:v>222.90850076019174</c:v>
                </c:pt>
                <c:pt idx="173">
                  <c:v>224.20880034796036</c:v>
                </c:pt>
                <c:pt idx="174">
                  <c:v>225.516685016656</c:v>
                </c:pt>
                <c:pt idx="175">
                  <c:v>226.83219901258744</c:v>
                </c:pt>
                <c:pt idx="176">
                  <c:v>228.15538684016047</c:v>
                </c:pt>
                <c:pt idx="177">
                  <c:v>229.48629326339454</c:v>
                </c:pt>
                <c:pt idx="178">
                  <c:v>230.82496330743146</c:v>
                </c:pt>
                <c:pt idx="179">
                  <c:v>232.17144226005772</c:v>
                </c:pt>
                <c:pt idx="180">
                  <c:v>233.5257756732409</c:v>
                </c:pt>
                <c:pt idx="181">
                  <c:v>234.88800936466887</c:v>
                </c:pt>
                <c:pt idx="182">
                  <c:v>236.25818941929631</c:v>
                </c:pt>
                <c:pt idx="183">
                  <c:v>237.63636219090807</c:v>
                </c:pt>
                <c:pt idx="184">
                  <c:v>239.02257430368883</c:v>
                </c:pt>
                <c:pt idx="185">
                  <c:v>240.41687265379369</c:v>
                </c:pt>
                <c:pt idx="186">
                  <c:v>241.81930441094073</c:v>
                </c:pt>
                <c:pt idx="187">
                  <c:v>243.22991702000451</c:v>
                </c:pt>
                <c:pt idx="188">
                  <c:v>244.6487582026212</c:v>
                </c:pt>
                <c:pt idx="189">
                  <c:v>246.07587595880318</c:v>
                </c:pt>
                <c:pt idx="190">
                  <c:v>247.5113185685629</c:v>
                </c:pt>
                <c:pt idx="191">
                  <c:v>248.95513459354612</c:v>
                </c:pt>
                <c:pt idx="192">
                  <c:v>250.40737287867563</c:v>
                </c:pt>
                <c:pt idx="193">
                  <c:v>251.8680825538008</c:v>
                </c:pt>
                <c:pt idx="194">
                  <c:v>253.33731303536464</c:v>
                </c:pt>
                <c:pt idx="195">
                  <c:v>254.81511402807078</c:v>
                </c:pt>
                <c:pt idx="196">
                  <c:v>256.30153552656793</c:v>
                </c:pt>
                <c:pt idx="197">
                  <c:v>257.79662781713893</c:v>
                </c:pt>
                <c:pt idx="198">
                  <c:v>259.30044147940703</c:v>
                </c:pt>
                <c:pt idx="199">
                  <c:v>260.81302738803612</c:v>
                </c:pt>
                <c:pt idx="200">
                  <c:v>262.33443671446702</c:v>
                </c:pt>
                <c:pt idx="201">
                  <c:v>263.86472092863397</c:v>
                </c:pt>
                <c:pt idx="202">
                  <c:v>265.40393180071766</c:v>
                </c:pt>
                <c:pt idx="203">
                  <c:v>266.95212140288766</c:v>
                </c:pt>
                <c:pt idx="204">
                  <c:v>268.50934211107204</c:v>
                </c:pt>
                <c:pt idx="205">
                  <c:v>270.07564660672068</c:v>
                </c:pt>
                <c:pt idx="206">
                  <c:v>271.65108787859225</c:v>
                </c:pt>
                <c:pt idx="207">
                  <c:v>273.23571922455017</c:v>
                </c:pt>
                <c:pt idx="208">
                  <c:v>274.82959425336088</c:v>
                </c:pt>
                <c:pt idx="209">
                  <c:v>276.43276688650525</c:v>
                </c:pt>
                <c:pt idx="210">
                  <c:v>278.04529136001008</c:v>
                </c:pt>
                <c:pt idx="211">
                  <c:v>279.66722222627681</c:v>
                </c:pt>
                <c:pt idx="212">
                  <c:v>281.2986143559292</c:v>
                </c:pt>
                <c:pt idx="213">
                  <c:v>282.93952293967203</c:v>
                </c:pt>
                <c:pt idx="214">
                  <c:v>284.59000349015429</c:v>
                </c:pt>
                <c:pt idx="215">
                  <c:v>286.25011184384698</c:v>
                </c:pt>
                <c:pt idx="216">
                  <c:v>287.91990416293606</c:v>
                </c:pt>
                <c:pt idx="217">
                  <c:v>289.59943693721885</c:v>
                </c:pt>
                <c:pt idx="218">
                  <c:v>291.28876698601925</c:v>
                </c:pt>
                <c:pt idx="219">
                  <c:v>292.98795146010417</c:v>
                </c:pt>
                <c:pt idx="220">
                  <c:v>294.69704784362267</c:v>
                </c:pt>
                <c:pt idx="221">
                  <c:v>296.41611395604184</c:v>
                </c:pt>
                <c:pt idx="222">
                  <c:v>298.14520795412074</c:v>
                </c:pt>
                <c:pt idx="223">
                  <c:v>299.88438833385442</c:v>
                </c:pt>
                <c:pt idx="224">
                  <c:v>301.63371393246729</c:v>
                </c:pt>
                <c:pt idx="225">
                  <c:v>303.3932439304067</c:v>
                </c:pt>
                <c:pt idx="226">
                  <c:v>305.16303785333406</c:v>
                </c:pt>
                <c:pt idx="227">
                  <c:v>306.94315557414427</c:v>
                </c:pt>
                <c:pt idx="228">
                  <c:v>308.73365731499399</c:v>
                </c:pt>
                <c:pt idx="229">
                  <c:v>310.53460364933238</c:v>
                </c:pt>
                <c:pt idx="230">
                  <c:v>312.34605550395287</c:v>
                </c:pt>
                <c:pt idx="231">
                  <c:v>314.16807416105934</c:v>
                </c:pt>
                <c:pt idx="232">
                  <c:v>316.00072126033211</c:v>
                </c:pt>
                <c:pt idx="233">
                  <c:v>317.84405880101741</c:v>
                </c:pt>
                <c:pt idx="234">
                  <c:v>319.69814914402326</c:v>
                </c:pt>
                <c:pt idx="235">
                  <c:v>321.56305501403017</c:v>
                </c:pt>
                <c:pt idx="236">
                  <c:v>323.43883950161097</c:v>
                </c:pt>
                <c:pt idx="237">
                  <c:v>325.32556606537139</c:v>
                </c:pt>
                <c:pt idx="238">
                  <c:v>327.2232985340861</c:v>
                </c:pt>
                <c:pt idx="239">
                  <c:v>329.13210110886831</c:v>
                </c:pt>
                <c:pt idx="240">
                  <c:v>331.05203836533678</c:v>
                </c:pt>
                <c:pt idx="241">
                  <c:v>332.98317525579984</c:v>
                </c:pt>
                <c:pt idx="242">
                  <c:v>334.92557711145969</c:v>
                </c:pt>
                <c:pt idx="243">
                  <c:v>336.87930964461015</c:v>
                </c:pt>
                <c:pt idx="244">
                  <c:v>338.84443895087026</c:v>
                </c:pt>
                <c:pt idx="245">
                  <c:v>340.82103151141695</c:v>
                </c:pt>
                <c:pt idx="246">
                  <c:v>342.80915419523376</c:v>
                </c:pt>
                <c:pt idx="247">
                  <c:v>344.80887426137224</c:v>
                </c:pt>
                <c:pt idx="248">
                  <c:v>346.82025936123023</c:v>
                </c:pt>
                <c:pt idx="249">
                  <c:v>348.84337754083765</c:v>
                </c:pt>
                <c:pt idx="250">
                  <c:v>350.87829724315924</c:v>
                </c:pt>
                <c:pt idx="251">
                  <c:v>352.92508731041107</c:v>
                </c:pt>
                <c:pt idx="252">
                  <c:v>354.98381698638747</c:v>
                </c:pt>
                <c:pt idx="253">
                  <c:v>357.05455591880894</c:v>
                </c:pt>
                <c:pt idx="254">
                  <c:v>359.13737416166879</c:v>
                </c:pt>
                <c:pt idx="255">
                  <c:v>361.23234217761183</c:v>
                </c:pt>
                <c:pt idx="256">
                  <c:v>363.33953084031424</c:v>
                </c:pt>
                <c:pt idx="257">
                  <c:v>365.45901143688309</c:v>
                </c:pt>
                <c:pt idx="258">
                  <c:v>367.59085567026489</c:v>
                </c:pt>
                <c:pt idx="259">
                  <c:v>369.73513566167298</c:v>
                </c:pt>
                <c:pt idx="260">
                  <c:v>371.89192395303394</c:v>
                </c:pt>
                <c:pt idx="261">
                  <c:v>374.06129350942734</c:v>
                </c:pt>
                <c:pt idx="262">
                  <c:v>376.24331772156529</c:v>
                </c:pt>
                <c:pt idx="263">
                  <c:v>378.43807040827238</c:v>
                </c:pt>
                <c:pt idx="264">
                  <c:v>380.64562581898974</c:v>
                </c:pt>
                <c:pt idx="265">
                  <c:v>382.86605863626704</c:v>
                </c:pt>
                <c:pt idx="266">
                  <c:v>385.09944397831197</c:v>
                </c:pt>
                <c:pt idx="267">
                  <c:v>387.3458574015188</c:v>
                </c:pt>
                <c:pt idx="268">
                  <c:v>389.60537490302761</c:v>
                </c:pt>
                <c:pt idx="269">
                  <c:v>391.87807292329529</c:v>
                </c:pt>
                <c:pt idx="270">
                  <c:v>394.16402834868114</c:v>
                </c:pt>
                <c:pt idx="271">
                  <c:v>396.46331851404824</c:v>
                </c:pt>
                <c:pt idx="272">
                  <c:v>398.77602120538029</c:v>
                </c:pt>
                <c:pt idx="273">
                  <c:v>401.10221466241177</c:v>
                </c:pt>
                <c:pt idx="274">
                  <c:v>403.4419775812745</c:v>
                </c:pt>
                <c:pt idx="275">
                  <c:v>405.79538911716662</c:v>
                </c:pt>
                <c:pt idx="276">
                  <c:v>408.16252888701678</c:v>
                </c:pt>
                <c:pt idx="277">
                  <c:v>410.54347697219015</c:v>
                </c:pt>
                <c:pt idx="278">
                  <c:v>412.93831392119324</c:v>
                </c:pt>
                <c:pt idx="279">
                  <c:v>415.34712075240225</c:v>
                </c:pt>
                <c:pt idx="280">
                  <c:v>417.76997895679153</c:v>
                </c:pt>
                <c:pt idx="281">
                  <c:v>420.20697050070612</c:v>
                </c:pt>
                <c:pt idx="282">
                  <c:v>422.65817782862689</c:v>
                </c:pt>
                <c:pt idx="283">
                  <c:v>425.12368386596148</c:v>
                </c:pt>
                <c:pt idx="284">
                  <c:v>427.60357202184537</c:v>
                </c:pt>
                <c:pt idx="285">
                  <c:v>430.09792619197265</c:v>
                </c:pt>
                <c:pt idx="286">
                  <c:v>432.60683076142595</c:v>
                </c:pt>
                <c:pt idx="287">
                  <c:v>435.13037060753425</c:v>
                </c:pt>
                <c:pt idx="288">
                  <c:v>437.66863110274488</c:v>
                </c:pt>
                <c:pt idx="289">
                  <c:v>440.22169811751064</c:v>
                </c:pt>
                <c:pt idx="290">
                  <c:v>442.78965802319635</c:v>
                </c:pt>
                <c:pt idx="291">
                  <c:v>445.37259769499832</c:v>
                </c:pt>
                <c:pt idx="292">
                  <c:v>447.97060451488585</c:v>
                </c:pt>
                <c:pt idx="293">
                  <c:v>450.58376637455592</c:v>
                </c:pt>
                <c:pt idx="294">
                  <c:v>453.21217167840729</c:v>
                </c:pt>
                <c:pt idx="295">
                  <c:v>455.85590934653158</c:v>
                </c:pt>
                <c:pt idx="296">
                  <c:v>458.51506881771968</c:v>
                </c:pt>
                <c:pt idx="297">
                  <c:v>461.18974005248964</c:v>
                </c:pt>
                <c:pt idx="298">
                  <c:v>463.88001353612924</c:v>
                </c:pt>
                <c:pt idx="299">
                  <c:v>466.58598028175732</c:v>
                </c:pt>
                <c:pt idx="300">
                  <c:v>469.30773183340102</c:v>
                </c:pt>
                <c:pt idx="301">
                  <c:v>472.04536026909511</c:v>
                </c:pt>
                <c:pt idx="302">
                  <c:v>474.79895820399713</c:v>
                </c:pt>
                <c:pt idx="303">
                  <c:v>477.56861879352152</c:v>
                </c:pt>
                <c:pt idx="304">
                  <c:v>480.35443573648371</c:v>
                </c:pt>
                <c:pt idx="305">
                  <c:v>483.15650327827854</c:v>
                </c:pt>
                <c:pt idx="306">
                  <c:v>485.97491621406965</c:v>
                </c:pt>
                <c:pt idx="307">
                  <c:v>488.80976989198518</c:v>
                </c:pt>
                <c:pt idx="308">
                  <c:v>491.66116021635531</c:v>
                </c:pt>
                <c:pt idx="309">
                  <c:v>494.52918365095047</c:v>
                </c:pt>
                <c:pt idx="310">
                  <c:v>497.41393722224655</c:v>
                </c:pt>
                <c:pt idx="311">
                  <c:v>500.31551852271065</c:v>
                </c:pt>
                <c:pt idx="312">
                  <c:v>503.23402571409326</c:v>
                </c:pt>
                <c:pt idx="313">
                  <c:v>506.16955753075968</c:v>
                </c:pt>
                <c:pt idx="314">
                  <c:v>509.12221328302172</c:v>
                </c:pt>
                <c:pt idx="315">
                  <c:v>512.09209286050589</c:v>
                </c:pt>
                <c:pt idx="316">
                  <c:v>515.07929673552542</c:v>
                </c:pt>
                <c:pt idx="317">
                  <c:v>518.08392596648355</c:v>
                </c:pt>
                <c:pt idx="318">
                  <c:v>521.10608220128802</c:v>
                </c:pt>
                <c:pt idx="319">
                  <c:v>524.14586768079448</c:v>
                </c:pt>
                <c:pt idx="320">
                  <c:v>527.20338524226872</c:v>
                </c:pt>
                <c:pt idx="321">
                  <c:v>530.27873832284899</c:v>
                </c:pt>
                <c:pt idx="322">
                  <c:v>533.37203096306303</c:v>
                </c:pt>
                <c:pt idx="323">
                  <c:v>536.48336781034754</c:v>
                </c:pt>
                <c:pt idx="324">
                  <c:v>539.61285412257416</c:v>
                </c:pt>
                <c:pt idx="325">
                  <c:v>542.76059577162255</c:v>
                </c:pt>
                <c:pt idx="326">
                  <c:v>545.9266992469569</c:v>
                </c:pt>
                <c:pt idx="327">
                  <c:v>549.11127165923085</c:v>
                </c:pt>
                <c:pt idx="328">
                  <c:v>552.31442074390759</c:v>
                </c:pt>
                <c:pt idx="329">
                  <c:v>555.53625486491285</c:v>
                </c:pt>
                <c:pt idx="330">
                  <c:v>558.77688301829664</c:v>
                </c:pt>
                <c:pt idx="331">
                  <c:v>562.03641483589922</c:v>
                </c:pt>
                <c:pt idx="332">
                  <c:v>565.31496058911068</c:v>
                </c:pt>
                <c:pt idx="333">
                  <c:v>568.61263119254716</c:v>
                </c:pt>
                <c:pt idx="334">
                  <c:v>571.92953820783805</c:v>
                </c:pt>
                <c:pt idx="335">
                  <c:v>575.26579384738352</c:v>
                </c:pt>
                <c:pt idx="336">
                  <c:v>578.6215109781607</c:v>
                </c:pt>
                <c:pt idx="337">
                  <c:v>581.99680312553176</c:v>
                </c:pt>
                <c:pt idx="338">
                  <c:v>585.39178447709855</c:v>
                </c:pt>
                <c:pt idx="339">
                  <c:v>588.80656988654516</c:v>
                </c:pt>
                <c:pt idx="340">
                  <c:v>592.24127487755254</c:v>
                </c:pt>
                <c:pt idx="341">
                  <c:v>595.69601564767322</c:v>
                </c:pt>
                <c:pt idx="342">
                  <c:v>599.17090907228305</c:v>
                </c:pt>
                <c:pt idx="343">
                  <c:v>602.66607270853751</c:v>
                </c:pt>
                <c:pt idx="344">
                  <c:v>606.1816247993371</c:v>
                </c:pt>
                <c:pt idx="345">
                  <c:v>609.71768427733355</c:v>
                </c:pt>
                <c:pt idx="346">
                  <c:v>613.27437076895399</c:v>
                </c:pt>
                <c:pt idx="347">
                  <c:v>616.85180459843639</c:v>
                </c:pt>
                <c:pt idx="348">
                  <c:v>620.45010679192535</c:v>
                </c:pt>
                <c:pt idx="349">
                  <c:v>624.06939908154709</c:v>
                </c:pt>
                <c:pt idx="350">
                  <c:v>627.70980390952354</c:v>
                </c:pt>
                <c:pt idx="351">
                  <c:v>631.3714444323283</c:v>
                </c:pt>
                <c:pt idx="352">
                  <c:v>635.05444452485051</c:v>
                </c:pt>
                <c:pt idx="353">
                  <c:v>638.75892878457796</c:v>
                </c:pt>
                <c:pt idx="354">
                  <c:v>642.48502253582194</c:v>
                </c:pt>
                <c:pt idx="355">
                  <c:v>646.23285183394739</c:v>
                </c:pt>
                <c:pt idx="356">
                  <c:v>650.0025434696455</c:v>
                </c:pt>
                <c:pt idx="357">
                  <c:v>653.79422497321843</c:v>
                </c:pt>
                <c:pt idx="358">
                  <c:v>657.60802461889716</c:v>
                </c:pt>
                <c:pt idx="359">
                  <c:v>661.44407142917305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174272"/>
        <c:axId val="99175808"/>
      </c:barChart>
      <c:lineChart>
        <c:grouping val="standard"/>
        <c:varyColors val="0"/>
        <c:ser>
          <c:idx val="2"/>
          <c:order val="2"/>
          <c:tx>
            <c:v>Loan Balance</c:v>
          </c:tx>
          <c:spPr>
            <a:ln>
              <a:solidFill>
                <a:schemeClr val="accent2">
                  <a:lumMod val="50000"/>
                </a:schemeClr>
              </a:solidFill>
            </a:ln>
          </c:spPr>
          <c:marker>
            <c:symbol val="none"/>
          </c:marker>
          <c:val>
            <c:numRef>
              <c:f>CPM!$B$23:$B$382</c:f>
              <c:numCache>
                <c:formatCode>_("$"* #,##0_);_("$"* \(#,##0\);_("$"* "-"??_);_(@_)</c:formatCode>
                <c:ptCount val="360"/>
                <c:pt idx="0">
                  <c:v>100000</c:v>
                </c:pt>
                <c:pt idx="1">
                  <c:v>99918.03083815414</c:v>
                </c:pt>
                <c:pt idx="2">
                  <c:v>99835.583522864225</c:v>
                </c:pt>
                <c:pt idx="3">
                  <c:v>99752.655264902045</c:v>
                </c:pt>
                <c:pt idx="4">
                  <c:v>99669.243258767819</c:v>
                </c:pt>
                <c:pt idx="5">
                  <c:v>99585.344682598123</c:v>
                </c:pt>
                <c:pt idx="6">
                  <c:v>99500.956698067399</c:v>
                </c:pt>
                <c:pt idx="7">
                  <c:v>99416.076450293636</c:v>
                </c:pt>
                <c:pt idx="8">
                  <c:v>99330.701067741378</c:v>
                </c:pt>
                <c:pt idx="9">
                  <c:v>99244.827662123804</c:v>
                </c:pt>
                <c:pt idx="10">
                  <c:v>99158.453328307005</c:v>
                </c:pt>
                <c:pt idx="11">
                  <c:v>99071.575144209623</c:v>
                </c:pt>
                <c:pt idx="12">
                  <c:v>98984.190170704984</c:v>
                </c:pt>
                <c:pt idx="13">
                  <c:v>98896.295451521568</c:v>
                </c:pt>
                <c:pt idx="14">
                  <c:v>98807.888013142947</c:v>
                </c:pt>
                <c:pt idx="15">
                  <c:v>98718.964864707101</c:v>
                </c:pt>
                <c:pt idx="16">
                  <c:v>98629.522997905384</c:v>
                </c:pt>
                <c:pt idx="17">
                  <c:v>98539.55938688085</c:v>
                </c:pt>
                <c:pt idx="18">
                  <c:v>98449.07098812492</c:v>
                </c:pt>
                <c:pt idx="19">
                  <c:v>98358.054740376392</c:v>
                </c:pt>
                <c:pt idx="20">
                  <c:v>98266.507564516141</c:v>
                </c:pt>
                <c:pt idx="21">
                  <c:v>98174.42636346331</c:v>
                </c:pt>
                <c:pt idx="22">
                  <c:v>98081.808022070996</c:v>
                </c:pt>
                <c:pt idx="23">
                  <c:v>97988.649407020508</c:v>
                </c:pt>
                <c:pt idx="24">
                  <c:v>97894.947366715671</c:v>
                </c:pt>
                <c:pt idx="25">
                  <c:v>97800.698731175638</c:v>
                </c:pt>
                <c:pt idx="26">
                  <c:v>97705.900311928344</c:v>
                </c:pt>
                <c:pt idx="27">
                  <c:v>97610.548901901988</c:v>
                </c:pt>
                <c:pt idx="28">
                  <c:v>97514.641275317248</c:v>
                </c:pt>
                <c:pt idx="29">
                  <c:v>97418.17418757749</c:v>
                </c:pt>
                <c:pt idx="30">
                  <c:v>97321.144375158998</c:v>
                </c:pt>
                <c:pt idx="31">
                  <c:v>97223.548555501708</c:v>
                </c:pt>
                <c:pt idx="32">
                  <c:v>97125.383426896427</c:v>
                </c:pt>
                <c:pt idx="33">
                  <c:v>97026.645668374054</c:v>
                </c:pt>
                <c:pt idx="34">
                  <c:v>96927.3319395937</c:v>
                </c:pt>
                <c:pt idx="35">
                  <c:v>96827.438880728718</c:v>
                </c:pt>
                <c:pt idx="36">
                  <c:v>96726.963112353871</c:v>
                </c:pt>
                <c:pt idx="37">
                  <c:v>96625.901235330108</c:v>
                </c:pt>
                <c:pt idx="38">
                  <c:v>96524.249830690358</c:v>
                </c:pt>
                <c:pt idx="39">
                  <c:v>96422.005459523542</c:v>
                </c:pt>
                <c:pt idx="40">
                  <c:v>96319.164662858457</c:v>
                </c:pt>
                <c:pt idx="41">
                  <c:v>96215.723961545737</c:v>
                </c:pt>
                <c:pt idx="42">
                  <c:v>96111.679856142422</c:v>
                </c:pt>
                <c:pt idx="43">
                  <c:v>96007.028826790556</c:v>
                </c:pt>
                <c:pt idx="44">
                  <c:v>95901.767333100666</c:v>
                </c:pt>
                <c:pt idx="45">
                  <c:v>95795.891814031551</c:v>
                </c:pt>
                <c:pt idx="46">
                  <c:v>95689.398687767549</c:v>
                </c:pt>
                <c:pt idx="47">
                  <c:v>95582.284351600363</c:v>
                </c:pt>
                <c:pt idx="48">
                  <c:v>95474.545181805501</c:v>
                </c:pt>
                <c:pt idx="49">
                  <c:v>95366.177533520138</c:v>
                </c:pt>
                <c:pt idx="50">
                  <c:v>95257.177740619867</c:v>
                </c:pt>
                <c:pt idx="51">
                  <c:v>95147.542115594304</c:v>
                </c:pt>
                <c:pt idx="52">
                  <c:v>95037.266949422352</c:v>
                </c:pt>
                <c:pt idx="53">
                  <c:v>94926.348511448508</c:v>
                </c:pt>
                <c:pt idx="54">
                  <c:v>94814.783049252495</c:v>
                </c:pt>
                <c:pt idx="55">
                  <c:v>94702.566788527518</c:v>
                </c:pt>
                <c:pt idx="56">
                  <c:v>94589.695932948365</c:v>
                </c:pt>
                <c:pt idx="57">
                  <c:v>94476.166664044489</c:v>
                </c:pt>
                <c:pt idx="58">
                  <c:v>94361.975141072238</c:v>
                </c:pt>
                <c:pt idx="59">
                  <c:v>94247.117500882639</c:v>
                </c:pt>
                <c:pt idx="60">
                  <c:v>94131.589857791987</c:v>
                </c:pt>
                <c:pt idx="61">
                  <c:v>94015.388303449872</c:v>
                </c:pt>
                <c:pt idx="62">
                  <c:v>93898.508906707502</c:v>
                </c:pt>
                <c:pt idx="63">
                  <c:v>93780.947713484115</c:v>
                </c:pt>
                <c:pt idx="64">
                  <c:v>93662.700746633593</c:v>
                </c:pt>
                <c:pt idx="65">
                  <c:v>93543.764005809586</c:v>
                </c:pt>
                <c:pt idx="66">
                  <c:v>93424.133467331427</c:v>
                </c:pt>
                <c:pt idx="67">
                  <c:v>93303.805084044754</c:v>
                </c:pt>
                <c:pt idx="68">
                  <c:v>93182.774785189147</c:v>
                </c:pt>
                <c:pt idx="69">
                  <c:v>93061.038476256901</c:v>
                </c:pt>
                <c:pt idx="70">
                  <c:v>92938.592038855888</c:v>
                </c:pt>
                <c:pt idx="71">
                  <c:v>92815.431330569918</c:v>
                </c:pt>
                <c:pt idx="72">
                  <c:v>92691.552184819171</c:v>
                </c:pt>
                <c:pt idx="73">
                  <c:v>92566.950410718127</c:v>
                </c:pt>
                <c:pt idx="74">
                  <c:v>92441.621792935184</c:v>
                </c:pt>
                <c:pt idx="75">
                  <c:v>92315.562091547719</c:v>
                </c:pt>
                <c:pt idx="76">
                  <c:v>92188.767041902378</c:v>
                </c:pt>
                <c:pt idx="77">
                  <c:v>92061.232354467778</c:v>
                </c:pt>
                <c:pt idx="78">
                  <c:v>91932.953714689706</c:v>
                </c:pt>
                <c:pt idx="79">
                  <c:v>91803.926782846233</c:v>
                </c:pt>
                <c:pt idx="80">
                  <c:v>91674.147193900324</c:v>
                </c:pt>
                <c:pt idx="81">
                  <c:v>91543.610557352178</c:v>
                </c:pt>
                <c:pt idx="82">
                  <c:v>91412.312457090913</c:v>
                </c:pt>
                <c:pt idx="83">
                  <c:v>91280.248451244741</c:v>
                </c:pt>
                <c:pt idx="84">
                  <c:v>91147.41407203117</c:v>
                </c:pt>
                <c:pt idx="85">
                  <c:v>91013.804825605504</c:v>
                </c:pt>
                <c:pt idx="86">
                  <c:v>90879.416191908938</c:v>
                </c:pt>
                <c:pt idx="87">
                  <c:v>90744.243624515977</c:v>
                </c:pt>
                <c:pt idx="88">
                  <c:v>90608.282550479475</c:v>
                </c:pt>
                <c:pt idx="89">
                  <c:v>90471.528370178392</c:v>
                </c:pt>
                <c:pt idx="90">
                  <c:v>90333.976457158613</c:v>
                </c:pt>
                <c:pt idx="91">
                  <c:v>90195.622157979509</c:v>
                </c:pt>
                <c:pt idx="92">
                  <c:v>90056.460792055223</c:v>
                </c:pt>
                <c:pt idx="93">
                  <c:v>89916.487651496369</c:v>
                </c:pt>
                <c:pt idx="94">
                  <c:v>89775.698000950957</c:v>
                </c:pt>
                <c:pt idx="95">
                  <c:v>89634.087077443939</c:v>
                </c:pt>
                <c:pt idx="96">
                  <c:v>89491.650090216513</c:v>
                </c:pt>
                <c:pt idx="97">
                  <c:v>89348.382220563508</c:v>
                </c:pt>
                <c:pt idx="98">
                  <c:v>89204.278621671037</c:v>
                </c:pt>
                <c:pt idx="99">
                  <c:v>89059.334418451821</c:v>
                </c:pt>
                <c:pt idx="100">
                  <c:v>88913.544707380061</c:v>
                </c:pt>
                <c:pt idx="101">
                  <c:v>88766.904556327238</c:v>
                </c:pt>
                <c:pt idx="102">
                  <c:v>88619.409004393325</c:v>
                </c:pt>
                <c:pt idx="103">
                  <c:v>88471.053061739774</c:v>
                </c:pt>
                <c:pt idx="104">
                  <c:v>88321.831709420745</c:v>
                </c:pt>
                <c:pt idx="105">
                  <c:v>88171.739899213178</c:v>
                </c:pt>
                <c:pt idx="106">
                  <c:v>88020.772553446048</c:v>
                </c:pt>
                <c:pt idx="107">
                  <c:v>87868.92456482866</c:v>
                </c:pt>
                <c:pt idx="108">
                  <c:v>87716.190796277646</c:v>
                </c:pt>
                <c:pt idx="109">
                  <c:v>87562.566080743418</c:v>
                </c:pt>
                <c:pt idx="110">
                  <c:v>87408.045221035252</c:v>
                </c:pt>
                <c:pt idx="111">
                  <c:v>87252.622989645432</c:v>
                </c:pt>
                <c:pt idx="112">
                  <c:v>87096.29412857251</c:v>
                </c:pt>
                <c:pt idx="113">
                  <c:v>86939.053349143331</c:v>
                </c:pt>
                <c:pt idx="114">
                  <c:v>86780.895331834152</c:v>
                </c:pt>
                <c:pt idx="115">
                  <c:v>86621.814726090684</c:v>
                </c:pt>
                <c:pt idx="116">
                  <c:v>86461.806150147022</c:v>
                </c:pt>
                <c:pt idx="117">
                  <c:v>86300.864190843757</c:v>
                </c:pt>
                <c:pt idx="118">
                  <c:v>86138.983403444392</c:v>
                </c:pt>
                <c:pt idx="119">
                  <c:v>85976.158311452033</c:v>
                </c:pt>
                <c:pt idx="120">
                  <c:v>85812.383406422974</c:v>
                </c:pt>
                <c:pt idx="121">
                  <c:v>85647.653147781457</c:v>
                </c:pt>
                <c:pt idx="122">
                  <c:v>85481.961962630827</c:v>
                </c:pt>
                <c:pt idx="123">
                  <c:v>85315.304245566949</c:v>
                </c:pt>
                <c:pt idx="124">
                  <c:v>85147.67435848726</c:v>
                </c:pt>
                <c:pt idx="125">
                  <c:v>84979.066630398913</c:v>
                </c:pt>
                <c:pt idx="126">
                  <c:v>84809.475357230403</c:v>
                </c:pt>
                <c:pt idx="127">
                  <c:v>84638.894801635062</c:v>
                </c:pt>
                <c:pt idx="128">
                  <c:v>84467.319192798997</c:v>
                </c:pt>
                <c:pt idx="129">
                  <c:v>84294.742726244207</c:v>
                </c:pt>
                <c:pt idx="130">
                  <c:v>84121.15956363501</c:v>
                </c:pt>
                <c:pt idx="131">
                  <c:v>83946.563832576445</c:v>
                </c:pt>
                <c:pt idx="132">
                  <c:v>83770.949626420974</c:v>
                </c:pt>
                <c:pt idx="133">
                  <c:v>83594.311004062518</c:v>
                </c:pt>
                <c:pt idx="134">
                  <c:v>83416.641989740412</c:v>
                </c:pt>
                <c:pt idx="135">
                  <c:v>83237.936572834718</c:v>
                </c:pt>
                <c:pt idx="136">
                  <c:v>83058.18870766375</c:v>
                </c:pt>
                <c:pt idx="137">
                  <c:v>82877.392313278979</c:v>
                </c:pt>
                <c:pt idx="138">
                  <c:v>82695.541273260518</c:v>
                </c:pt>
                <c:pt idx="139">
                  <c:v>82512.62943550905</c:v>
                </c:pt>
                <c:pt idx="140">
                  <c:v>82328.650612037236</c:v>
                </c:pt>
                <c:pt idx="141">
                  <c:v>82143.598578761375</c:v>
                </c:pt>
                <c:pt idx="142">
                  <c:v>81957.467075291352</c:v>
                </c:pt>
                <c:pt idx="143">
                  <c:v>81770.249804718333</c:v>
                </c:pt>
                <c:pt idx="144">
                  <c:v>81581.940433399664</c:v>
                </c:pt>
                <c:pt idx="145">
                  <c:v>81392.53259074899</c:v>
                </c:pt>
                <c:pt idx="146">
                  <c:v>81202.019869015843</c:v>
                </c:pt>
                <c:pt idx="147">
                  <c:v>81010.395823072307</c:v>
                </c:pt>
                <c:pt idx="148">
                  <c:v>80817.65397019466</c:v>
                </c:pt>
                <c:pt idx="149">
                  <c:v>80623.787789841634</c:v>
                </c:pt>
                <c:pt idx="150">
                  <c:v>80428.790723436512</c:v>
                </c:pt>
                <c:pt idx="151">
                  <c:v>80232.656174144053</c:v>
                </c:pt>
                <c:pt idx="152">
                  <c:v>80035.377506647405</c:v>
                </c:pt>
                <c:pt idx="153">
                  <c:v>79836.948046923368</c:v>
                </c:pt>
                <c:pt idx="154">
                  <c:v>79637.361082018164</c:v>
                </c:pt>
                <c:pt idx="155">
                  <c:v>79436.609859817414</c:v>
                </c:pt>
                <c:pt idx="156">
                  <c:v>79234.687588820438</c:v>
                </c:pt>
                <c:pt idx="157">
                  <c:v>79031.587437909388</c:v>
                </c:pt>
                <c:pt idx="158">
                  <c:v>78827.302536118019</c:v>
                </c:pt>
                <c:pt idx="159">
                  <c:v>78621.825972399543</c:v>
                </c:pt>
                <c:pt idx="160">
                  <c:v>78415.150795392692</c:v>
                </c:pt>
                <c:pt idx="161">
                  <c:v>78207.27001318663</c:v>
                </c:pt>
                <c:pt idx="162">
                  <c:v>77998.176593084383</c:v>
                </c:pt>
                <c:pt idx="163">
                  <c:v>77787.863461364846</c:v>
                </c:pt>
                <c:pt idx="164">
                  <c:v>77576.323503043619</c:v>
                </c:pt>
                <c:pt idx="165">
                  <c:v>77363.549561632171</c:v>
                </c:pt>
                <c:pt idx="166">
                  <c:v>77149.534438896007</c:v>
                </c:pt>
                <c:pt idx="167">
                  <c:v>76934.270894610236</c:v>
                </c:pt>
                <c:pt idx="168">
                  <c:v>76717.751646316276</c:v>
                </c:pt>
                <c:pt idx="169">
                  <c:v>76499.969369073908</c:v>
                </c:pt>
                <c:pt idx="170">
                  <c:v>76280.916695214037</c:v>
                </c:pt>
                <c:pt idx="171">
                  <c:v>76060.586214090508</c:v>
                </c:pt>
                <c:pt idx="172">
                  <c:v>75838.970471826848</c:v>
                </c:pt>
                <c:pt idx="173">
                  <c:v>75616.061971066403</c:v>
                </c:pt>
                <c:pt idx="174">
                  <c:v>75391.853170718794</c:v>
                </c:pt>
                <c:pt idx="175">
                  <c:v>75166.336485702108</c:v>
                </c:pt>
                <c:pt idx="176">
                  <c:v>74939.504286689538</c:v>
                </c:pt>
                <c:pt idx="177">
                  <c:v>74711.34889984937</c:v>
                </c:pt>
                <c:pt idx="178">
                  <c:v>74481.862606585986</c:v>
                </c:pt>
                <c:pt idx="179">
                  <c:v>74251.037643278338</c:v>
                </c:pt>
                <c:pt idx="180">
                  <c:v>74018.866201018318</c:v>
                </c:pt>
                <c:pt idx="181">
                  <c:v>73785.340425345406</c:v>
                </c:pt>
                <c:pt idx="182">
                  <c:v>73550.452415980573</c:v>
                </c:pt>
                <c:pt idx="183">
                  <c:v>73314.194226561405</c:v>
                </c:pt>
                <c:pt idx="184">
                  <c:v>73076.557864370363</c:v>
                </c:pt>
                <c:pt idx="185">
                  <c:v>72837.535290066648</c:v>
                </c:pt>
                <c:pt idx="186">
                  <c:v>72597.118417412872</c:v>
                </c:pt>
                <c:pt idx="187">
                  <c:v>72355.299113001951</c:v>
                </c:pt>
                <c:pt idx="188">
                  <c:v>72112.069195982025</c:v>
                </c:pt>
                <c:pt idx="189">
                  <c:v>71867.420437779278</c:v>
                </c:pt>
                <c:pt idx="190">
                  <c:v>71621.344561820399</c:v>
                </c:pt>
                <c:pt idx="191">
                  <c:v>71373.833243251938</c:v>
                </c:pt>
                <c:pt idx="192">
                  <c:v>71124.878108658697</c:v>
                </c:pt>
                <c:pt idx="193">
                  <c:v>70874.470735779498</c:v>
                </c:pt>
                <c:pt idx="194">
                  <c:v>70622.602653225942</c:v>
                </c:pt>
                <c:pt idx="195">
                  <c:v>70369.26534019057</c:v>
                </c:pt>
                <c:pt idx="196">
                  <c:v>70114.450226162371</c:v>
                </c:pt>
                <c:pt idx="197">
                  <c:v>69858.148690636022</c:v>
                </c:pt>
                <c:pt idx="198">
                  <c:v>69600.352062818827</c:v>
                </c:pt>
                <c:pt idx="199">
                  <c:v>69341.0516213394</c:v>
                </c:pt>
                <c:pt idx="200">
                  <c:v>69080.238593951362</c:v>
                </c:pt>
                <c:pt idx="201">
                  <c:v>68817.904157236902</c:v>
                </c:pt>
                <c:pt idx="202">
                  <c:v>68554.039436308405</c:v>
                </c:pt>
                <c:pt idx="203">
                  <c:v>68288.635504507562</c:v>
                </c:pt>
                <c:pt idx="204">
                  <c:v>68021.683383104668</c:v>
                </c:pt>
                <c:pt idx="205">
                  <c:v>67753.174040993821</c:v>
                </c:pt>
                <c:pt idx="206">
                  <c:v>67483.098394386892</c:v>
                </c:pt>
                <c:pt idx="207">
                  <c:v>67211.447306508271</c:v>
                </c:pt>
                <c:pt idx="208">
                  <c:v>66938.211587283498</c:v>
                </c:pt>
                <c:pt idx="209">
                  <c:v>66663.381993030387</c:v>
                </c:pt>
                <c:pt idx="210">
                  <c:v>66386.949226143872</c:v>
                </c:pt>
                <c:pt idx="211">
                  <c:v>66108.903934783841</c:v>
                </c:pt>
                <c:pt idx="212">
                  <c:v>65829.236712557569</c:v>
                </c:pt>
                <c:pt idx="213">
                  <c:v>65547.938098201659</c:v>
                </c:pt>
                <c:pt idx="214">
                  <c:v>65264.998575261983</c:v>
                </c:pt>
                <c:pt idx="215">
                  <c:v>64980.408571771841</c:v>
                </c:pt>
                <c:pt idx="216">
                  <c:v>64694.158459928098</c:v>
                </c:pt>
                <c:pt idx="217">
                  <c:v>64406.238555765034</c:v>
                </c:pt>
                <c:pt idx="218">
                  <c:v>64116.639118827828</c:v>
                </c:pt>
                <c:pt idx="219">
                  <c:v>63825.350351841902</c:v>
                </c:pt>
                <c:pt idx="220">
                  <c:v>63532.362400381608</c:v>
                </c:pt>
                <c:pt idx="221">
                  <c:v>63237.665352538075</c:v>
                </c:pt>
                <c:pt idx="222">
                  <c:v>62941.249238582037</c:v>
                </c:pt>
                <c:pt idx="223">
                  <c:v>62643.104030627917</c:v>
                </c:pt>
                <c:pt idx="224">
                  <c:v>62343.219642294061</c:v>
                </c:pt>
                <c:pt idx="225">
                  <c:v>62041.585928361594</c:v>
                </c:pt>
                <c:pt idx="226">
                  <c:v>61738.192684431175</c:v>
                </c:pt>
                <c:pt idx="227">
                  <c:v>61433.029646577757</c:v>
                </c:pt>
                <c:pt idx="228">
                  <c:v>61126.086491003705</c:v>
                </c:pt>
                <c:pt idx="229">
                  <c:v>60817.352833688841</c:v>
                </c:pt>
                <c:pt idx="230">
                  <c:v>60506.818230039506</c:v>
                </c:pt>
                <c:pt idx="231">
                  <c:v>60194.472174535425</c:v>
                </c:pt>
                <c:pt idx="232">
                  <c:v>59880.304100374393</c:v>
                </c:pt>
                <c:pt idx="233">
                  <c:v>59564.303379114033</c:v>
                </c:pt>
                <c:pt idx="234">
                  <c:v>59246.459320313006</c:v>
                </c:pt>
                <c:pt idx="235">
                  <c:v>58926.761171168975</c:v>
                </c:pt>
                <c:pt idx="236">
                  <c:v>58605.198116154963</c:v>
                </c:pt>
                <c:pt idx="237">
                  <c:v>58281.759276653334</c:v>
                </c:pt>
                <c:pt idx="238">
                  <c:v>57956.433710587975</c:v>
                </c:pt>
                <c:pt idx="239">
                  <c:v>57629.210412053886</c:v>
                </c:pt>
                <c:pt idx="240">
                  <c:v>57300.078310945042</c:v>
                </c:pt>
                <c:pt idx="241">
                  <c:v>56969.026272579686</c:v>
                </c:pt>
                <c:pt idx="242">
                  <c:v>56636.043097323891</c:v>
                </c:pt>
                <c:pt idx="243">
                  <c:v>56301.117520212421</c:v>
                </c:pt>
                <c:pt idx="244">
                  <c:v>55964.238210567804</c:v>
                </c:pt>
                <c:pt idx="245">
                  <c:v>55625.393771616924</c:v>
                </c:pt>
                <c:pt idx="246">
                  <c:v>55284.572740105505</c:v>
                </c:pt>
                <c:pt idx="247">
                  <c:v>54941.76358591015</c:v>
                </c:pt>
                <c:pt idx="248">
                  <c:v>54596.954711649043</c:v>
                </c:pt>
                <c:pt idx="249">
                  <c:v>54250.134452287675</c:v>
                </c:pt>
                <c:pt idx="250">
                  <c:v>53901.291074746834</c:v>
                </c:pt>
                <c:pt idx="251">
                  <c:v>53550.412777503676</c:v>
                </c:pt>
                <c:pt idx="252">
                  <c:v>53197.48769019328</c:v>
                </c:pt>
                <c:pt idx="253">
                  <c:v>52842.503873206893</c:v>
                </c:pt>
                <c:pt idx="254">
                  <c:v>52485.449317288214</c:v>
                </c:pt>
                <c:pt idx="255">
                  <c:v>52126.311943126413</c:v>
                </c:pt>
                <c:pt idx="256">
                  <c:v>51765.079600948811</c:v>
                </c:pt>
                <c:pt idx="257">
                  <c:v>51401.740070108492</c:v>
                </c:pt>
                <c:pt idx="258">
                  <c:v>51036.281058671586</c:v>
                </c:pt>
                <c:pt idx="259">
                  <c:v>50668.690203001242</c:v>
                </c:pt>
                <c:pt idx="260">
                  <c:v>50298.955067339666</c:v>
                </c:pt>
                <c:pt idx="261">
                  <c:v>49927.063143386586</c:v>
                </c:pt>
                <c:pt idx="262">
                  <c:v>49553.001849877204</c:v>
                </c:pt>
                <c:pt idx="263">
                  <c:v>49176.75853215564</c:v>
                </c:pt>
                <c:pt idx="264">
                  <c:v>48798.320461747324</c:v>
                </c:pt>
                <c:pt idx="265">
                  <c:v>48417.674835928497</c:v>
                </c:pt>
                <c:pt idx="266">
                  <c:v>48034.808777292252</c:v>
                </c:pt>
                <c:pt idx="267">
                  <c:v>47649.709333313804</c:v>
                </c:pt>
                <c:pt idx="268">
                  <c:v>47262.363475912185</c:v>
                </c:pt>
                <c:pt idx="269">
                  <c:v>46872.758101009254</c:v>
                </c:pt>
                <c:pt idx="270">
                  <c:v>46480.88002808606</c:v>
                </c:pt>
                <c:pt idx="271">
                  <c:v>46086.715999737193</c:v>
                </c:pt>
                <c:pt idx="272">
                  <c:v>45690.252681223224</c:v>
                </c:pt>
                <c:pt idx="273">
                  <c:v>45291.476660017855</c:v>
                </c:pt>
                <c:pt idx="274">
                  <c:v>44890.374445355446</c:v>
                </c:pt>
                <c:pt idx="275">
                  <c:v>44486.932467774168</c:v>
                </c:pt>
                <c:pt idx="276">
                  <c:v>44081.137078657004</c:v>
                </c:pt>
                <c:pt idx="277">
                  <c:v>43672.974549769991</c:v>
                </c:pt>
                <c:pt idx="278">
                  <c:v>43262.431072797794</c:v>
                </c:pt>
                <c:pt idx="279">
                  <c:v>42849.4927588766</c:v>
                </c:pt>
                <c:pt idx="280">
                  <c:v>42434.145638124202</c:v>
                </c:pt>
                <c:pt idx="281">
                  <c:v>42016.375659167403</c:v>
                </c:pt>
                <c:pt idx="282">
                  <c:v>41596.168688666592</c:v>
                </c:pt>
                <c:pt idx="283">
                  <c:v>41173.51051083819</c:v>
                </c:pt>
                <c:pt idx="284">
                  <c:v>40748.386826972244</c:v>
                </c:pt>
                <c:pt idx="285">
                  <c:v>40320.783254950264</c:v>
                </c:pt>
                <c:pt idx="286">
                  <c:v>39890.685328758285</c:v>
                </c:pt>
                <c:pt idx="287">
                  <c:v>39458.07849799699</c:v>
                </c:pt>
                <c:pt idx="288">
                  <c:v>39022.948127389333</c:v>
                </c:pt>
                <c:pt idx="289">
                  <c:v>38585.279496286588</c:v>
                </c:pt>
                <c:pt idx="290">
                  <c:v>38145.05779816908</c:v>
                </c:pt>
                <c:pt idx="291">
                  <c:v>37702.268140145876</c:v>
                </c:pt>
                <c:pt idx="292">
                  <c:v>37256.895542450882</c:v>
                </c:pt>
                <c:pt idx="293">
                  <c:v>36808.924937935997</c:v>
                </c:pt>
                <c:pt idx="294">
                  <c:v>36358.341171561297</c:v>
                </c:pt>
                <c:pt idx="295">
                  <c:v>35905.128999883025</c:v>
                </c:pt>
                <c:pt idx="296">
                  <c:v>35449.273090536408</c:v>
                </c:pt>
                <c:pt idx="297">
                  <c:v>34990.758021718786</c:v>
                </c:pt>
                <c:pt idx="298">
                  <c:v>34529.568281666274</c:v>
                </c:pt>
                <c:pt idx="299">
                  <c:v>34065.688268130201</c:v>
                </c:pt>
                <c:pt idx="300">
                  <c:v>33599.102287848502</c:v>
                </c:pt>
                <c:pt idx="301">
                  <c:v>33129.794556015004</c:v>
                </c:pt>
                <c:pt idx="302">
                  <c:v>32657.749195745921</c:v>
                </c:pt>
                <c:pt idx="303">
                  <c:v>32182.950237541896</c:v>
                </c:pt>
                <c:pt idx="304">
                  <c:v>31705.38161874839</c:v>
                </c:pt>
                <c:pt idx="305">
                  <c:v>31225.027183011964</c:v>
                </c:pt>
                <c:pt idx="306">
                  <c:v>30741.870679733616</c:v>
                </c:pt>
                <c:pt idx="307">
                  <c:v>30255.895763519558</c:v>
                </c:pt>
                <c:pt idx="308">
                  <c:v>29767.085993627639</c:v>
                </c:pt>
                <c:pt idx="309">
                  <c:v>29275.424833411274</c:v>
                </c:pt>
                <c:pt idx="310">
                  <c:v>28780.89564976027</c:v>
                </c:pt>
                <c:pt idx="311">
                  <c:v>28283.481712538021</c:v>
                </c:pt>
                <c:pt idx="312">
                  <c:v>27783.166194015321</c:v>
                </c:pt>
                <c:pt idx="313">
                  <c:v>27279.932168301217</c:v>
                </c:pt>
                <c:pt idx="314">
                  <c:v>26773.76261077046</c:v>
                </c:pt>
                <c:pt idx="315">
                  <c:v>26264.640397487416</c:v>
                </c:pt>
                <c:pt idx="316">
                  <c:v>25752.548304626929</c:v>
                </c:pt>
                <c:pt idx="317">
                  <c:v>25237.469007891403</c:v>
                </c:pt>
                <c:pt idx="318">
                  <c:v>24719.385081924975</c:v>
                </c:pt>
                <c:pt idx="319">
                  <c:v>24198.278999723709</c:v>
                </c:pt>
                <c:pt idx="320">
                  <c:v>23674.133132042836</c:v>
                </c:pt>
                <c:pt idx="321">
                  <c:v>23146.929746800506</c:v>
                </c:pt>
                <c:pt idx="322">
                  <c:v>22616.651008477649</c:v>
                </c:pt>
                <c:pt idx="323">
                  <c:v>22083.278977514663</c:v>
                </c:pt>
                <c:pt idx="324">
                  <c:v>21546.795609704321</c:v>
                </c:pt>
                <c:pt idx="325">
                  <c:v>21007.182755581744</c:v>
                </c:pt>
                <c:pt idx="326">
                  <c:v>20464.422159810118</c:v>
                </c:pt>
                <c:pt idx="327">
                  <c:v>19918.495460563165</c:v>
                </c:pt>
                <c:pt idx="328">
                  <c:v>19369.384188903961</c:v>
                </c:pt>
                <c:pt idx="329">
                  <c:v>18817.069768160018</c:v>
                </c:pt>
                <c:pt idx="330">
                  <c:v>18261.533513295097</c:v>
                </c:pt>
                <c:pt idx="331">
                  <c:v>17702.75663027681</c:v>
                </c:pt>
                <c:pt idx="332">
                  <c:v>17140.72021544091</c:v>
                </c:pt>
                <c:pt idx="333">
                  <c:v>16575.405254851798</c:v>
                </c:pt>
                <c:pt idx="334">
                  <c:v>16006.792623659247</c:v>
                </c:pt>
                <c:pt idx="335">
                  <c:v>15434.863085451409</c:v>
                </c:pt>
                <c:pt idx="336">
                  <c:v>14859.597291604025</c:v>
                </c:pt>
                <c:pt idx="337">
                  <c:v>14280.975780625849</c:v>
                </c:pt>
                <c:pt idx="338">
                  <c:v>13698.978977500341</c:v>
                </c:pt>
                <c:pt idx="339">
                  <c:v>13113.587193023201</c:v>
                </c:pt>
                <c:pt idx="340">
                  <c:v>12524.780623136698</c:v>
                </c:pt>
                <c:pt idx="341">
                  <c:v>11932.539348259172</c:v>
                </c:pt>
                <c:pt idx="342">
                  <c:v>11336.843332611475</c:v>
                </c:pt>
                <c:pt idx="343">
                  <c:v>10737.672423539194</c:v>
                </c:pt>
                <c:pt idx="344">
                  <c:v>10135.006350830656</c:v>
                </c:pt>
                <c:pt idx="345">
                  <c:v>9528.8247260313183</c:v>
                </c:pt>
                <c:pt idx="346">
                  <c:v>8919.1070417539868</c:v>
                </c:pt>
                <c:pt idx="347">
                  <c:v>8305.832670985008</c:v>
                </c:pt>
                <c:pt idx="348">
                  <c:v>7688.980866386597</c:v>
                </c:pt>
                <c:pt idx="349">
                  <c:v>7068.5307595946697</c:v>
                </c:pt>
                <c:pt idx="350">
                  <c:v>6444.4613605131244</c:v>
                </c:pt>
                <c:pt idx="351">
                  <c:v>5816.7515566036054</c:v>
                </c:pt>
                <c:pt idx="352">
                  <c:v>5185.3801121712713</c:v>
                </c:pt>
                <c:pt idx="353">
                  <c:v>4550.3256676464234</c:v>
                </c:pt>
                <c:pt idx="354">
                  <c:v>3911.5667388618417</c:v>
                </c:pt>
                <c:pt idx="355">
                  <c:v>3269.0817163260222</c:v>
                </c:pt>
                <c:pt idx="356">
                  <c:v>2622.8488644920649</c:v>
                </c:pt>
                <c:pt idx="357">
                  <c:v>1972.8463210224272</c:v>
                </c:pt>
                <c:pt idx="358">
                  <c:v>1319.0520960492088</c:v>
                </c:pt>
                <c:pt idx="359">
                  <c:v>661.44407143031322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184000"/>
        <c:axId val="99182080"/>
      </c:lineChart>
      <c:catAx>
        <c:axId val="99174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4620000"/>
          <a:lstStyle/>
          <a:p>
            <a:pPr>
              <a:defRPr/>
            </a:pPr>
            <a:endParaRPr lang="en-US"/>
          </a:p>
        </c:txPr>
        <c:crossAx val="99175808"/>
        <c:crosses val="autoZero"/>
        <c:auto val="1"/>
        <c:lblAlgn val="ctr"/>
        <c:lblOffset val="100"/>
        <c:tickLblSkip val="60"/>
        <c:tickMarkSkip val="12"/>
        <c:noMultiLvlLbl val="0"/>
      </c:catAx>
      <c:valAx>
        <c:axId val="99175808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Payments</a:t>
                </a:r>
              </a:p>
            </c:rich>
          </c:tx>
          <c:layout/>
          <c:overlay val="0"/>
        </c:title>
        <c:numFmt formatCode="_(&quot;$&quot;* #,##0_);_(&quot;$&quot;* \(#,##0\);_(&quot;$&quot;* &quot;-&quot;_);_(@_)" sourceLinked="0"/>
        <c:majorTickMark val="out"/>
        <c:minorTickMark val="none"/>
        <c:tickLblPos val="nextTo"/>
        <c:crossAx val="99174272"/>
        <c:crosses val="autoZero"/>
        <c:crossBetween val="between"/>
      </c:valAx>
      <c:valAx>
        <c:axId val="99182080"/>
        <c:scaling>
          <c:orientation val="minMax"/>
          <c:max val="100000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B</a:t>
                </a:r>
                <a:r>
                  <a:rPr lang="en-US" baseline="0"/>
                  <a:t> alance</a:t>
                </a:r>
                <a:endParaRPr lang="en-US"/>
              </a:p>
            </c:rich>
          </c:tx>
          <c:layout/>
          <c:overlay val="0"/>
        </c:title>
        <c:numFmt formatCode="_(&quot;$&quot;* #,##0_);_(&quot;$&quot;* \(#,##0\);_(&quot;$&quot;* &quot;-&quot;??_);_(@_)" sourceLinked="1"/>
        <c:majorTickMark val="out"/>
        <c:minorTickMark val="none"/>
        <c:tickLblPos val="nextTo"/>
        <c:crossAx val="99184000"/>
        <c:crosses val="max"/>
        <c:crossBetween val="between"/>
      </c:valAx>
      <c:catAx>
        <c:axId val="99184000"/>
        <c:scaling>
          <c:orientation val="minMax"/>
        </c:scaling>
        <c:delete val="1"/>
        <c:axPos val="b"/>
        <c:majorTickMark val="out"/>
        <c:minorTickMark val="none"/>
        <c:tickLblPos val="none"/>
        <c:crossAx val="99182080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Loan Amortization</a:t>
            </a:r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6039107611548556"/>
          <c:y val="0.18931379566858955"/>
          <c:w val="0.65532895888014064"/>
          <c:h val="0.608042724605948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CAM!$D$22</c:f>
              <c:strCache>
                <c:ptCount val="1"/>
                <c:pt idx="0">
                  <c:v>Interest</c:v>
                </c:pt>
              </c:strCache>
            </c:strRef>
          </c:tx>
          <c:spPr>
            <a:gradFill>
              <a:gsLst>
                <a:gs pos="0">
                  <a:srgbClr val="C0504D">
                    <a:lumMod val="60000"/>
                    <a:lumOff val="40000"/>
                  </a:srgbClr>
                </a:gs>
                <a:gs pos="53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CAM!$A$23:$A$382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CAM!$D$23:$D$382</c:f>
              <c:numCache>
                <c:formatCode>_("$"* #,##0.00_);_("$"* \(#,##0.00\);_("$"* "-"??_);_(@_)</c:formatCode>
                <c:ptCount val="360"/>
                <c:pt idx="0">
                  <c:v>583.3333333333336</c:v>
                </c:pt>
                <c:pt idx="1">
                  <c:v>581.71296296296293</c:v>
                </c:pt>
                <c:pt idx="2">
                  <c:v>580.09259259259261</c:v>
                </c:pt>
                <c:pt idx="3">
                  <c:v>578.47222222222229</c:v>
                </c:pt>
                <c:pt idx="4">
                  <c:v>576.85185185185139</c:v>
                </c:pt>
                <c:pt idx="5">
                  <c:v>575.23148148148141</c:v>
                </c:pt>
                <c:pt idx="6">
                  <c:v>573.61111111111109</c:v>
                </c:pt>
                <c:pt idx="7">
                  <c:v>571.99074074074065</c:v>
                </c:pt>
                <c:pt idx="8">
                  <c:v>570.37037037037317</c:v>
                </c:pt>
                <c:pt idx="9">
                  <c:v>568.74999999999989</c:v>
                </c:pt>
                <c:pt idx="10">
                  <c:v>567.12962962962945</c:v>
                </c:pt>
                <c:pt idx="11">
                  <c:v>565.50925925925912</c:v>
                </c:pt>
                <c:pt idx="12">
                  <c:v>563.88888888888869</c:v>
                </c:pt>
                <c:pt idx="13">
                  <c:v>562.26851851851859</c:v>
                </c:pt>
                <c:pt idx="14">
                  <c:v>560.64814814814804</c:v>
                </c:pt>
                <c:pt idx="15">
                  <c:v>559.02777777777851</c:v>
                </c:pt>
                <c:pt idx="16">
                  <c:v>557.40740740740716</c:v>
                </c:pt>
                <c:pt idx="17">
                  <c:v>555.78703703703854</c:v>
                </c:pt>
                <c:pt idx="18">
                  <c:v>554.16666666666652</c:v>
                </c:pt>
                <c:pt idx="19">
                  <c:v>552.54629629629596</c:v>
                </c:pt>
                <c:pt idx="20">
                  <c:v>550.92592592592337</c:v>
                </c:pt>
                <c:pt idx="21">
                  <c:v>549.3055555555552</c:v>
                </c:pt>
                <c:pt idx="22">
                  <c:v>547.68518518518488</c:v>
                </c:pt>
                <c:pt idx="23">
                  <c:v>546.06481481481296</c:v>
                </c:pt>
                <c:pt idx="24">
                  <c:v>544.44444444444298</c:v>
                </c:pt>
                <c:pt idx="25">
                  <c:v>542.82407407407368</c:v>
                </c:pt>
                <c:pt idx="26">
                  <c:v>541.20370370370324</c:v>
                </c:pt>
                <c:pt idx="27">
                  <c:v>539.58333333333496</c:v>
                </c:pt>
                <c:pt idx="28">
                  <c:v>537.96296296296248</c:v>
                </c:pt>
                <c:pt idx="29">
                  <c:v>536.34259259259147</c:v>
                </c:pt>
                <c:pt idx="30">
                  <c:v>534.72222222222149</c:v>
                </c:pt>
                <c:pt idx="31">
                  <c:v>533.10185185185151</c:v>
                </c:pt>
                <c:pt idx="32">
                  <c:v>531.48148148148096</c:v>
                </c:pt>
                <c:pt idx="33">
                  <c:v>529.86111111110836</c:v>
                </c:pt>
                <c:pt idx="34">
                  <c:v>528.24074074074053</c:v>
                </c:pt>
                <c:pt idx="35">
                  <c:v>526.62037037037283</c:v>
                </c:pt>
                <c:pt idx="36">
                  <c:v>524.99999999999943</c:v>
                </c:pt>
                <c:pt idx="37">
                  <c:v>523.37962962962899</c:v>
                </c:pt>
                <c:pt idx="38">
                  <c:v>521.75925925925856</c:v>
                </c:pt>
                <c:pt idx="39">
                  <c:v>520.13888888888823</c:v>
                </c:pt>
                <c:pt idx="40">
                  <c:v>518.51851851851802</c:v>
                </c:pt>
                <c:pt idx="41">
                  <c:v>516.89814814814804</c:v>
                </c:pt>
                <c:pt idx="42">
                  <c:v>515.27777777777965</c:v>
                </c:pt>
                <c:pt idx="43">
                  <c:v>513.65740740740648</c:v>
                </c:pt>
                <c:pt idx="44">
                  <c:v>512.0370370370365</c:v>
                </c:pt>
                <c:pt idx="45">
                  <c:v>510.41666666666583</c:v>
                </c:pt>
                <c:pt idx="46">
                  <c:v>508.7962962962938</c:v>
                </c:pt>
                <c:pt idx="47">
                  <c:v>507.17592592592518</c:v>
                </c:pt>
                <c:pt idx="48">
                  <c:v>505.55555555555469</c:v>
                </c:pt>
                <c:pt idx="49">
                  <c:v>503.93518518518363</c:v>
                </c:pt>
                <c:pt idx="50">
                  <c:v>502.31481481481438</c:v>
                </c:pt>
                <c:pt idx="51">
                  <c:v>500.69444444444372</c:v>
                </c:pt>
                <c:pt idx="52">
                  <c:v>499.07407407407317</c:v>
                </c:pt>
                <c:pt idx="53">
                  <c:v>497.45370370370279</c:v>
                </c:pt>
                <c:pt idx="54">
                  <c:v>495.83333333333235</c:v>
                </c:pt>
                <c:pt idx="55">
                  <c:v>494.21296296296197</c:v>
                </c:pt>
                <c:pt idx="56">
                  <c:v>492.59259259259153</c:v>
                </c:pt>
                <c:pt idx="57">
                  <c:v>490.97222222222121</c:v>
                </c:pt>
                <c:pt idx="58">
                  <c:v>489.35185185185082</c:v>
                </c:pt>
                <c:pt idx="59">
                  <c:v>487.73148148147953</c:v>
                </c:pt>
                <c:pt idx="60">
                  <c:v>486.11111111110915</c:v>
                </c:pt>
                <c:pt idx="61">
                  <c:v>484.49074074073923</c:v>
                </c:pt>
                <c:pt idx="62">
                  <c:v>482.8703703703693</c:v>
                </c:pt>
                <c:pt idx="63">
                  <c:v>481.24999999999886</c:v>
                </c:pt>
                <c:pt idx="64">
                  <c:v>479.62962962962939</c:v>
                </c:pt>
                <c:pt idx="65">
                  <c:v>478.00925925925804</c:v>
                </c:pt>
                <c:pt idx="66">
                  <c:v>476.38888888888766</c:v>
                </c:pt>
                <c:pt idx="67">
                  <c:v>474.7685185185162</c:v>
                </c:pt>
                <c:pt idx="68">
                  <c:v>473.1481481481469</c:v>
                </c:pt>
                <c:pt idx="69">
                  <c:v>471.52777777777629</c:v>
                </c:pt>
                <c:pt idx="70">
                  <c:v>469.90740740740603</c:v>
                </c:pt>
                <c:pt idx="71">
                  <c:v>468.28703703703565</c:v>
                </c:pt>
                <c:pt idx="72">
                  <c:v>466.66666666666538</c:v>
                </c:pt>
                <c:pt idx="73">
                  <c:v>465.04629629629403</c:v>
                </c:pt>
                <c:pt idx="74">
                  <c:v>463.42592592592399</c:v>
                </c:pt>
                <c:pt idx="75">
                  <c:v>461.80555555555424</c:v>
                </c:pt>
                <c:pt idx="76">
                  <c:v>460.1851851851838</c:v>
                </c:pt>
                <c:pt idx="77">
                  <c:v>458.56481481481433</c:v>
                </c:pt>
                <c:pt idx="78">
                  <c:v>456.94444444444298</c:v>
                </c:pt>
                <c:pt idx="79">
                  <c:v>455.3240740740726</c:v>
                </c:pt>
                <c:pt idx="80">
                  <c:v>453.70370370370227</c:v>
                </c:pt>
                <c:pt idx="81">
                  <c:v>452.08333333333201</c:v>
                </c:pt>
                <c:pt idx="82">
                  <c:v>450.46296296296146</c:v>
                </c:pt>
                <c:pt idx="83">
                  <c:v>448.84259259259107</c:v>
                </c:pt>
                <c:pt idx="84">
                  <c:v>447.22222222222064</c:v>
                </c:pt>
                <c:pt idx="85">
                  <c:v>445.60185185185031</c:v>
                </c:pt>
                <c:pt idx="86">
                  <c:v>443.98148148147891</c:v>
                </c:pt>
                <c:pt idx="87">
                  <c:v>442.36111111110893</c:v>
                </c:pt>
                <c:pt idx="88">
                  <c:v>440.74074074073911</c:v>
                </c:pt>
                <c:pt idx="89">
                  <c:v>439.12037037036902</c:v>
                </c:pt>
                <c:pt idx="90">
                  <c:v>437.49999999999829</c:v>
                </c:pt>
                <c:pt idx="91">
                  <c:v>435.87962962962911</c:v>
                </c:pt>
                <c:pt idx="92">
                  <c:v>434.25925925925753</c:v>
                </c:pt>
                <c:pt idx="93">
                  <c:v>432.63888888888715</c:v>
                </c:pt>
                <c:pt idx="94">
                  <c:v>431.01851851851598</c:v>
                </c:pt>
                <c:pt idx="95">
                  <c:v>429.39814814814554</c:v>
                </c:pt>
                <c:pt idx="96">
                  <c:v>427.77777777777516</c:v>
                </c:pt>
                <c:pt idx="97">
                  <c:v>426.15740740740574</c:v>
                </c:pt>
                <c:pt idx="98">
                  <c:v>424.53703703703519</c:v>
                </c:pt>
                <c:pt idx="99">
                  <c:v>422.91666666666464</c:v>
                </c:pt>
                <c:pt idx="100">
                  <c:v>421.29629629629306</c:v>
                </c:pt>
                <c:pt idx="101">
                  <c:v>419.67592592592405</c:v>
                </c:pt>
                <c:pt idx="102">
                  <c:v>418.05555555555367</c:v>
                </c:pt>
                <c:pt idx="103">
                  <c:v>416.43518518518323</c:v>
                </c:pt>
                <c:pt idx="104">
                  <c:v>414.81481481481387</c:v>
                </c:pt>
                <c:pt idx="105">
                  <c:v>413.19444444444252</c:v>
                </c:pt>
                <c:pt idx="106">
                  <c:v>411.57407407407209</c:v>
                </c:pt>
                <c:pt idx="107">
                  <c:v>409.95370370370171</c:v>
                </c:pt>
                <c:pt idx="108">
                  <c:v>408.33333333333138</c:v>
                </c:pt>
                <c:pt idx="109">
                  <c:v>406.71296296296094</c:v>
                </c:pt>
                <c:pt idx="110">
                  <c:v>405.09259259258977</c:v>
                </c:pt>
                <c:pt idx="111">
                  <c:v>403.47222222222013</c:v>
                </c:pt>
                <c:pt idx="112">
                  <c:v>401.85185185184974</c:v>
                </c:pt>
                <c:pt idx="113">
                  <c:v>400.23148148147851</c:v>
                </c:pt>
                <c:pt idx="114">
                  <c:v>398.61111111110893</c:v>
                </c:pt>
                <c:pt idx="115">
                  <c:v>396.9907407407386</c:v>
                </c:pt>
                <c:pt idx="116">
                  <c:v>395.37037037036896</c:v>
                </c:pt>
                <c:pt idx="117">
                  <c:v>393.74999999999773</c:v>
                </c:pt>
                <c:pt idx="118">
                  <c:v>392.12962962962843</c:v>
                </c:pt>
                <c:pt idx="119">
                  <c:v>390.50925925925696</c:v>
                </c:pt>
                <c:pt idx="120">
                  <c:v>388.8888888888867</c:v>
                </c:pt>
                <c:pt idx="121">
                  <c:v>387.26851851851518</c:v>
                </c:pt>
                <c:pt idx="122">
                  <c:v>385.64814814814594</c:v>
                </c:pt>
                <c:pt idx="123">
                  <c:v>384.02777777777459</c:v>
                </c:pt>
                <c:pt idx="124">
                  <c:v>382.40740740740426</c:v>
                </c:pt>
                <c:pt idx="125">
                  <c:v>380.78703703703394</c:v>
                </c:pt>
                <c:pt idx="126">
                  <c:v>379.1666666666643</c:v>
                </c:pt>
                <c:pt idx="127">
                  <c:v>377.54629629629369</c:v>
                </c:pt>
                <c:pt idx="128">
                  <c:v>375.92592592592354</c:v>
                </c:pt>
                <c:pt idx="129">
                  <c:v>374.30555555555316</c:v>
                </c:pt>
                <c:pt idx="130">
                  <c:v>372.68518518518266</c:v>
                </c:pt>
                <c:pt idx="131">
                  <c:v>371.06481481481308</c:v>
                </c:pt>
                <c:pt idx="132">
                  <c:v>369.44444444444201</c:v>
                </c:pt>
                <c:pt idx="133">
                  <c:v>367.82407407407175</c:v>
                </c:pt>
                <c:pt idx="134">
                  <c:v>366.20370370370131</c:v>
                </c:pt>
                <c:pt idx="135">
                  <c:v>364.58333333333081</c:v>
                </c:pt>
                <c:pt idx="136">
                  <c:v>362.96296296296026</c:v>
                </c:pt>
                <c:pt idx="137">
                  <c:v>361.34259259259005</c:v>
                </c:pt>
                <c:pt idx="138">
                  <c:v>359.72222222221899</c:v>
                </c:pt>
                <c:pt idx="139">
                  <c:v>358.10185185184935</c:v>
                </c:pt>
                <c:pt idx="140">
                  <c:v>356.48148148147823</c:v>
                </c:pt>
                <c:pt idx="141">
                  <c:v>354.86111111110853</c:v>
                </c:pt>
                <c:pt idx="142">
                  <c:v>353.24074074073832</c:v>
                </c:pt>
                <c:pt idx="143">
                  <c:v>351.62037037036771</c:v>
                </c:pt>
                <c:pt idx="144">
                  <c:v>349.99999999999699</c:v>
                </c:pt>
                <c:pt idx="145">
                  <c:v>348.3796296296278</c:v>
                </c:pt>
                <c:pt idx="146">
                  <c:v>346.75925925925657</c:v>
                </c:pt>
                <c:pt idx="147">
                  <c:v>345.1388888888863</c:v>
                </c:pt>
                <c:pt idx="148">
                  <c:v>343.51851851851433</c:v>
                </c:pt>
                <c:pt idx="149">
                  <c:v>341.89814814814417</c:v>
                </c:pt>
                <c:pt idx="150">
                  <c:v>340.27777777777396</c:v>
                </c:pt>
                <c:pt idx="151">
                  <c:v>338.65740740740461</c:v>
                </c:pt>
                <c:pt idx="152">
                  <c:v>337.03703703703394</c:v>
                </c:pt>
                <c:pt idx="153">
                  <c:v>335.41666666666384</c:v>
                </c:pt>
                <c:pt idx="154">
                  <c:v>333.79629629629198</c:v>
                </c:pt>
                <c:pt idx="155">
                  <c:v>332.17592592592302</c:v>
                </c:pt>
                <c:pt idx="156">
                  <c:v>330.55555555555264</c:v>
                </c:pt>
                <c:pt idx="157">
                  <c:v>328.93518518518169</c:v>
                </c:pt>
                <c:pt idx="158">
                  <c:v>327.31481481481268</c:v>
                </c:pt>
                <c:pt idx="159">
                  <c:v>325.69444444444201</c:v>
                </c:pt>
                <c:pt idx="160">
                  <c:v>324.07407407407112</c:v>
                </c:pt>
                <c:pt idx="161">
                  <c:v>322.45370370370068</c:v>
                </c:pt>
                <c:pt idx="162">
                  <c:v>320.8333333333303</c:v>
                </c:pt>
                <c:pt idx="163">
                  <c:v>319.21296296295969</c:v>
                </c:pt>
                <c:pt idx="164">
                  <c:v>317.59259259258869</c:v>
                </c:pt>
                <c:pt idx="165">
                  <c:v>315.97222222221899</c:v>
                </c:pt>
                <c:pt idx="166">
                  <c:v>314.35185185184872</c:v>
                </c:pt>
                <c:pt idx="167">
                  <c:v>312.73148148147823</c:v>
                </c:pt>
                <c:pt idx="168">
                  <c:v>311.11111111110722</c:v>
                </c:pt>
                <c:pt idx="169">
                  <c:v>309.49074074073729</c:v>
                </c:pt>
                <c:pt idx="170">
                  <c:v>307.87037037036731</c:v>
                </c:pt>
                <c:pt idx="171">
                  <c:v>306.24999999999682</c:v>
                </c:pt>
                <c:pt idx="172">
                  <c:v>304.62962962962752</c:v>
                </c:pt>
                <c:pt idx="173">
                  <c:v>303.009259259256</c:v>
                </c:pt>
                <c:pt idx="174">
                  <c:v>301.38888888888562</c:v>
                </c:pt>
                <c:pt idx="175">
                  <c:v>299.76851851851387</c:v>
                </c:pt>
                <c:pt idx="176">
                  <c:v>298.14814814814463</c:v>
                </c:pt>
                <c:pt idx="177">
                  <c:v>296.52777777777357</c:v>
                </c:pt>
                <c:pt idx="178">
                  <c:v>294.90740740740364</c:v>
                </c:pt>
                <c:pt idx="179">
                  <c:v>293.28703703703366</c:v>
                </c:pt>
                <c:pt idx="180">
                  <c:v>291.66666666666401</c:v>
                </c:pt>
                <c:pt idx="181">
                  <c:v>290.04629629629204</c:v>
                </c:pt>
                <c:pt idx="182">
                  <c:v>288.42592592592229</c:v>
                </c:pt>
                <c:pt idx="183">
                  <c:v>286.80555555555213</c:v>
                </c:pt>
                <c:pt idx="184">
                  <c:v>285.18518518518175</c:v>
                </c:pt>
                <c:pt idx="185">
                  <c:v>283.56481481481239</c:v>
                </c:pt>
                <c:pt idx="186">
                  <c:v>281.94444444444173</c:v>
                </c:pt>
                <c:pt idx="187">
                  <c:v>280.32407407407055</c:v>
                </c:pt>
                <c:pt idx="188">
                  <c:v>278.70370370370017</c:v>
                </c:pt>
                <c:pt idx="189">
                  <c:v>277.08333333332979</c:v>
                </c:pt>
                <c:pt idx="190">
                  <c:v>275.46296296295924</c:v>
                </c:pt>
                <c:pt idx="191">
                  <c:v>273.84259259258903</c:v>
                </c:pt>
                <c:pt idx="192">
                  <c:v>272.22222222221859</c:v>
                </c:pt>
                <c:pt idx="193">
                  <c:v>270.60185185184832</c:v>
                </c:pt>
                <c:pt idx="194">
                  <c:v>268.98148148147698</c:v>
                </c:pt>
                <c:pt idx="195">
                  <c:v>267.36111111110699</c:v>
                </c:pt>
                <c:pt idx="196">
                  <c:v>265.74074074073707</c:v>
                </c:pt>
                <c:pt idx="197">
                  <c:v>264.12037037036708</c:v>
                </c:pt>
                <c:pt idx="198">
                  <c:v>262.49999999999625</c:v>
                </c:pt>
                <c:pt idx="199">
                  <c:v>260.87962962962706</c:v>
                </c:pt>
                <c:pt idx="200">
                  <c:v>259.25925925925554</c:v>
                </c:pt>
                <c:pt idx="201">
                  <c:v>257.63888888888511</c:v>
                </c:pt>
                <c:pt idx="202">
                  <c:v>256.01851851851347</c:v>
                </c:pt>
                <c:pt idx="203">
                  <c:v>254.39814814814471</c:v>
                </c:pt>
                <c:pt idx="204">
                  <c:v>252.77777777777396</c:v>
                </c:pt>
                <c:pt idx="205">
                  <c:v>251.15740740740446</c:v>
                </c:pt>
                <c:pt idx="206">
                  <c:v>249.53703703703391</c:v>
                </c:pt>
                <c:pt idx="207">
                  <c:v>247.91666666666242</c:v>
                </c:pt>
                <c:pt idx="208">
                  <c:v>246.29629629629238</c:v>
                </c:pt>
                <c:pt idx="209">
                  <c:v>244.67592592592192</c:v>
                </c:pt>
                <c:pt idx="210">
                  <c:v>243.05555555555122</c:v>
                </c:pt>
                <c:pt idx="211">
                  <c:v>241.43518518518118</c:v>
                </c:pt>
                <c:pt idx="212">
                  <c:v>239.81481481481075</c:v>
                </c:pt>
                <c:pt idx="213">
                  <c:v>238.19444444444045</c:v>
                </c:pt>
                <c:pt idx="214">
                  <c:v>236.57407407406953</c:v>
                </c:pt>
                <c:pt idx="215">
                  <c:v>234.95370370369969</c:v>
                </c:pt>
                <c:pt idx="216">
                  <c:v>233.33333333332965</c:v>
                </c:pt>
                <c:pt idx="217">
                  <c:v>231.71296296295833</c:v>
                </c:pt>
                <c:pt idx="218">
                  <c:v>230.09259259258852</c:v>
                </c:pt>
                <c:pt idx="219">
                  <c:v>228.47222222221811</c:v>
                </c:pt>
                <c:pt idx="220">
                  <c:v>226.85185185184773</c:v>
                </c:pt>
                <c:pt idx="221">
                  <c:v>225.23148148147737</c:v>
                </c:pt>
                <c:pt idx="222">
                  <c:v>223.6111111111066</c:v>
                </c:pt>
                <c:pt idx="223">
                  <c:v>221.99074074073661</c:v>
                </c:pt>
                <c:pt idx="224">
                  <c:v>220.37037037036617</c:v>
                </c:pt>
                <c:pt idx="225">
                  <c:v>218.74999999999542</c:v>
                </c:pt>
                <c:pt idx="226">
                  <c:v>217.12962962962538</c:v>
                </c:pt>
                <c:pt idx="227">
                  <c:v>215.50925925925495</c:v>
                </c:pt>
                <c:pt idx="228">
                  <c:v>213.88888888888533</c:v>
                </c:pt>
                <c:pt idx="229">
                  <c:v>212.26851851851424</c:v>
                </c:pt>
                <c:pt idx="230">
                  <c:v>210.64814814814383</c:v>
                </c:pt>
                <c:pt idx="231">
                  <c:v>209.02777777777379</c:v>
                </c:pt>
                <c:pt idx="232">
                  <c:v>207.40740740740392</c:v>
                </c:pt>
                <c:pt idx="233">
                  <c:v>205.7870370370332</c:v>
                </c:pt>
                <c:pt idx="234">
                  <c:v>204.16666666666191</c:v>
                </c:pt>
                <c:pt idx="235">
                  <c:v>202.54629629629179</c:v>
                </c:pt>
                <c:pt idx="236">
                  <c:v>200.9259259259216</c:v>
                </c:pt>
                <c:pt idx="237">
                  <c:v>199.30555555555074</c:v>
                </c:pt>
                <c:pt idx="238">
                  <c:v>197.6851851851807</c:v>
                </c:pt>
                <c:pt idx="239">
                  <c:v>196.06481481481032</c:v>
                </c:pt>
                <c:pt idx="240">
                  <c:v>194.44444444444002</c:v>
                </c:pt>
                <c:pt idx="241">
                  <c:v>192.82407407406956</c:v>
                </c:pt>
                <c:pt idx="242">
                  <c:v>191.20370370369915</c:v>
                </c:pt>
                <c:pt idx="243">
                  <c:v>189.5833333333288</c:v>
                </c:pt>
                <c:pt idx="244">
                  <c:v>187.96296296295839</c:v>
                </c:pt>
                <c:pt idx="245">
                  <c:v>186.34259259258798</c:v>
                </c:pt>
                <c:pt idx="246">
                  <c:v>184.72222222221771</c:v>
                </c:pt>
                <c:pt idx="247">
                  <c:v>183.10185185184682</c:v>
                </c:pt>
                <c:pt idx="248">
                  <c:v>181.48148148147743</c:v>
                </c:pt>
                <c:pt idx="249">
                  <c:v>179.86111111110657</c:v>
                </c:pt>
                <c:pt idx="250">
                  <c:v>178.24074074073619</c:v>
                </c:pt>
                <c:pt idx="251">
                  <c:v>176.62037037036586</c:v>
                </c:pt>
                <c:pt idx="252">
                  <c:v>174.99999999999548</c:v>
                </c:pt>
                <c:pt idx="253">
                  <c:v>173.3796296296251</c:v>
                </c:pt>
                <c:pt idx="254">
                  <c:v>171.75925925925472</c:v>
                </c:pt>
                <c:pt idx="255">
                  <c:v>170.13888888888474</c:v>
                </c:pt>
                <c:pt idx="256">
                  <c:v>168.51851851851401</c:v>
                </c:pt>
                <c:pt idx="257">
                  <c:v>166.89814814814409</c:v>
                </c:pt>
                <c:pt idx="258">
                  <c:v>165.27777777777325</c:v>
                </c:pt>
                <c:pt idx="259">
                  <c:v>163.65740740740372</c:v>
                </c:pt>
                <c:pt idx="260">
                  <c:v>162.037037037033</c:v>
                </c:pt>
                <c:pt idx="261">
                  <c:v>160.4166666666618</c:v>
                </c:pt>
                <c:pt idx="262">
                  <c:v>158.79629629629179</c:v>
                </c:pt>
                <c:pt idx="263">
                  <c:v>157.17592592592138</c:v>
                </c:pt>
                <c:pt idx="264">
                  <c:v>155.55555555555068</c:v>
                </c:pt>
                <c:pt idx="265">
                  <c:v>153.9351851851807</c:v>
                </c:pt>
                <c:pt idx="266">
                  <c:v>152.31481481481032</c:v>
                </c:pt>
                <c:pt idx="267">
                  <c:v>150.69444444444002</c:v>
                </c:pt>
                <c:pt idx="268">
                  <c:v>149.07407407406916</c:v>
                </c:pt>
                <c:pt idx="269">
                  <c:v>147.45370370369923</c:v>
                </c:pt>
                <c:pt idx="270">
                  <c:v>145.83333333332885</c:v>
                </c:pt>
                <c:pt idx="271">
                  <c:v>144.21296296295799</c:v>
                </c:pt>
                <c:pt idx="272">
                  <c:v>142.59259259258812</c:v>
                </c:pt>
                <c:pt idx="273">
                  <c:v>140.97222222221774</c:v>
                </c:pt>
                <c:pt idx="274">
                  <c:v>139.35185185184739</c:v>
                </c:pt>
                <c:pt idx="275">
                  <c:v>137.731481481477</c:v>
                </c:pt>
                <c:pt idx="276">
                  <c:v>136.11111111110625</c:v>
                </c:pt>
                <c:pt idx="277">
                  <c:v>134.49074074073627</c:v>
                </c:pt>
                <c:pt idx="278">
                  <c:v>132.870370370366</c:v>
                </c:pt>
                <c:pt idx="279">
                  <c:v>131.24999999999517</c:v>
                </c:pt>
                <c:pt idx="280">
                  <c:v>129.62962962962516</c:v>
                </c:pt>
                <c:pt idx="281">
                  <c:v>128.00925925925478</c:v>
                </c:pt>
                <c:pt idx="282">
                  <c:v>126.38888888888401</c:v>
                </c:pt>
                <c:pt idx="283">
                  <c:v>124.76851851851387</c:v>
                </c:pt>
                <c:pt idx="284">
                  <c:v>123.14814814814368</c:v>
                </c:pt>
                <c:pt idx="285">
                  <c:v>121.5277777777731</c:v>
                </c:pt>
                <c:pt idx="286">
                  <c:v>119.90740740740296</c:v>
                </c:pt>
                <c:pt idx="287">
                  <c:v>118.28703703703258</c:v>
                </c:pt>
                <c:pt idx="288">
                  <c:v>116.66666666666222</c:v>
                </c:pt>
                <c:pt idx="289">
                  <c:v>115.04629629629186</c:v>
                </c:pt>
                <c:pt idx="290">
                  <c:v>113.42592592592149</c:v>
                </c:pt>
                <c:pt idx="291">
                  <c:v>111.80555555555088</c:v>
                </c:pt>
                <c:pt idx="292">
                  <c:v>110.18518518518056</c:v>
                </c:pt>
                <c:pt idx="293">
                  <c:v>108.56481481481039</c:v>
                </c:pt>
                <c:pt idx="294">
                  <c:v>106.94444444444034</c:v>
                </c:pt>
                <c:pt idx="295">
                  <c:v>105.32407407406946</c:v>
                </c:pt>
                <c:pt idx="296">
                  <c:v>103.70370370369928</c:v>
                </c:pt>
                <c:pt idx="297">
                  <c:v>102.08333333332867</c:v>
                </c:pt>
                <c:pt idx="298">
                  <c:v>100.46296296295854</c:v>
                </c:pt>
                <c:pt idx="299">
                  <c:v>98.842592592587849</c:v>
                </c:pt>
                <c:pt idx="300">
                  <c:v>97.222222222217795</c:v>
                </c:pt>
                <c:pt idx="301">
                  <c:v>95.601851851847428</c:v>
                </c:pt>
                <c:pt idx="302">
                  <c:v>93.981481481477317</c:v>
                </c:pt>
                <c:pt idx="303">
                  <c:v>92.36111111110668</c:v>
                </c:pt>
                <c:pt idx="304">
                  <c:v>90.740740740736328</c:v>
                </c:pt>
                <c:pt idx="305">
                  <c:v>89.120370370365634</c:v>
                </c:pt>
                <c:pt idx="306">
                  <c:v>87.499999999995907</c:v>
                </c:pt>
                <c:pt idx="307">
                  <c:v>85.879629629625327</c:v>
                </c:pt>
                <c:pt idx="308">
                  <c:v>84.259259259254861</c:v>
                </c:pt>
                <c:pt idx="309">
                  <c:v>82.638888888884054</c:v>
                </c:pt>
                <c:pt idx="310">
                  <c:v>81.018518518513929</c:v>
                </c:pt>
                <c:pt idx="311">
                  <c:v>79.398148148143719</c:v>
                </c:pt>
                <c:pt idx="312">
                  <c:v>77.777777777773068</c:v>
                </c:pt>
                <c:pt idx="313">
                  <c:v>76.157407407402829</c:v>
                </c:pt>
                <c:pt idx="314">
                  <c:v>74.537037037032619</c:v>
                </c:pt>
                <c:pt idx="315">
                  <c:v>72.916666666662607</c:v>
                </c:pt>
                <c:pt idx="316">
                  <c:v>71.296296296291914</c:v>
                </c:pt>
                <c:pt idx="317">
                  <c:v>69.675925925921518</c:v>
                </c:pt>
                <c:pt idx="318">
                  <c:v>68.055555555550868</c:v>
                </c:pt>
                <c:pt idx="319">
                  <c:v>66.435185185180799</c:v>
                </c:pt>
                <c:pt idx="320">
                  <c:v>64.814814814810447</c:v>
                </c:pt>
                <c:pt idx="321">
                  <c:v>63.194444444440045</c:v>
                </c:pt>
                <c:pt idx="322">
                  <c:v>61.574074074069607</c:v>
                </c:pt>
                <c:pt idx="323">
                  <c:v>59.953703703699205</c:v>
                </c:pt>
                <c:pt idx="324">
                  <c:v>58.333333333329072</c:v>
                </c:pt>
                <c:pt idx="325">
                  <c:v>56.712962962958613</c:v>
                </c:pt>
                <c:pt idx="326">
                  <c:v>55.092592592588367</c:v>
                </c:pt>
                <c:pt idx="327">
                  <c:v>53.472222222217859</c:v>
                </c:pt>
                <c:pt idx="328">
                  <c:v>51.851851851847222</c:v>
                </c:pt>
                <c:pt idx="329">
                  <c:v>50.231481481476997</c:v>
                </c:pt>
                <c:pt idx="330">
                  <c:v>48.611111111106759</c:v>
                </c:pt>
                <c:pt idx="331">
                  <c:v>46.990740740736392</c:v>
                </c:pt>
                <c:pt idx="332">
                  <c:v>45.370370370366025</c:v>
                </c:pt>
                <c:pt idx="333">
                  <c:v>43.749999999995651</c:v>
                </c:pt>
                <c:pt idx="334">
                  <c:v>42.129629629625285</c:v>
                </c:pt>
                <c:pt idx="335">
                  <c:v>40.509259259254904</c:v>
                </c:pt>
                <c:pt idx="336">
                  <c:v>38.888888888884544</c:v>
                </c:pt>
                <c:pt idx="337">
                  <c:v>37.268518518514348</c:v>
                </c:pt>
                <c:pt idx="338">
                  <c:v>35.648148148143939</c:v>
                </c:pt>
                <c:pt idx="339">
                  <c:v>34.027777777773444</c:v>
                </c:pt>
                <c:pt idx="340">
                  <c:v>32.407407407402886</c:v>
                </c:pt>
                <c:pt idx="341">
                  <c:v>30.787037037032686</c:v>
                </c:pt>
                <c:pt idx="342">
                  <c:v>29.166666666662326</c:v>
                </c:pt>
                <c:pt idx="343">
                  <c:v>27.546296296291917</c:v>
                </c:pt>
                <c:pt idx="344">
                  <c:v>25.925925925921586</c:v>
                </c:pt>
                <c:pt idx="345">
                  <c:v>24.305555555551226</c:v>
                </c:pt>
                <c:pt idx="346">
                  <c:v>22.685185185180867</c:v>
                </c:pt>
                <c:pt idx="347">
                  <c:v>21.064814814810543</c:v>
                </c:pt>
                <c:pt idx="348">
                  <c:v>19.444444444440123</c:v>
                </c:pt>
                <c:pt idx="349">
                  <c:v>17.824074074069753</c:v>
                </c:pt>
                <c:pt idx="350">
                  <c:v>16.203703703699382</c:v>
                </c:pt>
                <c:pt idx="351">
                  <c:v>14.583333333329024</c:v>
                </c:pt>
                <c:pt idx="352">
                  <c:v>12.962962962958652</c:v>
                </c:pt>
                <c:pt idx="353">
                  <c:v>11.342592592588323</c:v>
                </c:pt>
                <c:pt idx="354">
                  <c:v>9.7222222222178889</c:v>
                </c:pt>
                <c:pt idx="355">
                  <c:v>8.1018518518475187</c:v>
                </c:pt>
                <c:pt idx="356">
                  <c:v>6.481481481477176</c:v>
                </c:pt>
                <c:pt idx="357">
                  <c:v>4.8611111111067755</c:v>
                </c:pt>
                <c:pt idx="358">
                  <c:v>3.240740740736427</c:v>
                </c:pt>
                <c:pt idx="359">
                  <c:v>1.6203703703660461</c:v>
                </c:pt>
              </c:numCache>
            </c:numRef>
          </c:val>
        </c:ser>
        <c:ser>
          <c:idx val="1"/>
          <c:order val="1"/>
          <c:tx>
            <c:strRef>
              <c:f>CAM!$E$22</c:f>
              <c:strCache>
                <c:ptCount val="1"/>
                <c:pt idx="0">
                  <c:v>Principal</c:v>
                </c:pt>
              </c:strCache>
            </c:strRef>
          </c:tx>
          <c:spPr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CAM!$A$23:$A$382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CAM!$E$23:$E$382</c:f>
              <c:numCache>
                <c:formatCode>"$"#,##0.00_);[Red]\("$"#,##0.00\)</c:formatCode>
                <c:ptCount val="360"/>
                <c:pt idx="0">
                  <c:v>277.77777777777692</c:v>
                </c:pt>
                <c:pt idx="1">
                  <c:v>277.77777777777692</c:v>
                </c:pt>
                <c:pt idx="2">
                  <c:v>277.77777777777692</c:v>
                </c:pt>
                <c:pt idx="3">
                  <c:v>277.77777777777692</c:v>
                </c:pt>
                <c:pt idx="4">
                  <c:v>277.77777777777692</c:v>
                </c:pt>
                <c:pt idx="5">
                  <c:v>277.77777777777692</c:v>
                </c:pt>
                <c:pt idx="6">
                  <c:v>277.77777777777692</c:v>
                </c:pt>
                <c:pt idx="7">
                  <c:v>277.77777777777692</c:v>
                </c:pt>
                <c:pt idx="8">
                  <c:v>277.77777777777692</c:v>
                </c:pt>
                <c:pt idx="9">
                  <c:v>277.77777777777692</c:v>
                </c:pt>
                <c:pt idx="10">
                  <c:v>277.77777777777692</c:v>
                </c:pt>
                <c:pt idx="11">
                  <c:v>277.77777777777692</c:v>
                </c:pt>
                <c:pt idx="12">
                  <c:v>277.77777777777692</c:v>
                </c:pt>
                <c:pt idx="13">
                  <c:v>277.77777777777692</c:v>
                </c:pt>
                <c:pt idx="14">
                  <c:v>277.77777777777692</c:v>
                </c:pt>
                <c:pt idx="15">
                  <c:v>277.77777777777692</c:v>
                </c:pt>
                <c:pt idx="16">
                  <c:v>277.77777777777692</c:v>
                </c:pt>
                <c:pt idx="17">
                  <c:v>277.77777777777692</c:v>
                </c:pt>
                <c:pt idx="18">
                  <c:v>277.77777777777692</c:v>
                </c:pt>
                <c:pt idx="19">
                  <c:v>277.77777777777692</c:v>
                </c:pt>
                <c:pt idx="20">
                  <c:v>277.77777777777692</c:v>
                </c:pt>
                <c:pt idx="21">
                  <c:v>277.77777777777692</c:v>
                </c:pt>
                <c:pt idx="22">
                  <c:v>277.77777777777692</c:v>
                </c:pt>
                <c:pt idx="23">
                  <c:v>277.77777777777692</c:v>
                </c:pt>
                <c:pt idx="24">
                  <c:v>277.77777777777692</c:v>
                </c:pt>
                <c:pt idx="25">
                  <c:v>277.77777777777692</c:v>
                </c:pt>
                <c:pt idx="26">
                  <c:v>277.77777777777692</c:v>
                </c:pt>
                <c:pt idx="27">
                  <c:v>277.77777777777692</c:v>
                </c:pt>
                <c:pt idx="28">
                  <c:v>277.77777777777692</c:v>
                </c:pt>
                <c:pt idx="29">
                  <c:v>277.77777777777692</c:v>
                </c:pt>
                <c:pt idx="30">
                  <c:v>277.77777777777692</c:v>
                </c:pt>
                <c:pt idx="31">
                  <c:v>277.77777777777692</c:v>
                </c:pt>
                <c:pt idx="32">
                  <c:v>277.77777777777692</c:v>
                </c:pt>
                <c:pt idx="33">
                  <c:v>277.77777777777692</c:v>
                </c:pt>
                <c:pt idx="34">
                  <c:v>277.77777777777692</c:v>
                </c:pt>
                <c:pt idx="35">
                  <c:v>277.77777777777692</c:v>
                </c:pt>
                <c:pt idx="36">
                  <c:v>277.77777777777692</c:v>
                </c:pt>
                <c:pt idx="37">
                  <c:v>277.77777777777692</c:v>
                </c:pt>
                <c:pt idx="38">
                  <c:v>277.77777777777692</c:v>
                </c:pt>
                <c:pt idx="39">
                  <c:v>277.77777777777692</c:v>
                </c:pt>
                <c:pt idx="40">
                  <c:v>277.77777777777692</c:v>
                </c:pt>
                <c:pt idx="41">
                  <c:v>277.77777777777692</c:v>
                </c:pt>
                <c:pt idx="42">
                  <c:v>277.77777777777692</c:v>
                </c:pt>
                <c:pt idx="43">
                  <c:v>277.77777777777692</c:v>
                </c:pt>
                <c:pt idx="44">
                  <c:v>277.77777777777692</c:v>
                </c:pt>
                <c:pt idx="45">
                  <c:v>277.77777777777692</c:v>
                </c:pt>
                <c:pt idx="46">
                  <c:v>277.77777777777692</c:v>
                </c:pt>
                <c:pt idx="47">
                  <c:v>277.77777777777692</c:v>
                </c:pt>
                <c:pt idx="48">
                  <c:v>277.77777777777692</c:v>
                </c:pt>
                <c:pt idx="49">
                  <c:v>277.77777777777692</c:v>
                </c:pt>
                <c:pt idx="50">
                  <c:v>277.77777777777692</c:v>
                </c:pt>
                <c:pt idx="51">
                  <c:v>277.77777777777692</c:v>
                </c:pt>
                <c:pt idx="52">
                  <c:v>277.77777777777692</c:v>
                </c:pt>
                <c:pt idx="53">
                  <c:v>277.77777777777692</c:v>
                </c:pt>
                <c:pt idx="54">
                  <c:v>277.77777777777692</c:v>
                </c:pt>
                <c:pt idx="55">
                  <c:v>277.77777777777692</c:v>
                </c:pt>
                <c:pt idx="56">
                  <c:v>277.77777777777692</c:v>
                </c:pt>
                <c:pt idx="57">
                  <c:v>277.77777777777692</c:v>
                </c:pt>
                <c:pt idx="58">
                  <c:v>277.77777777777692</c:v>
                </c:pt>
                <c:pt idx="59">
                  <c:v>277.77777777777692</c:v>
                </c:pt>
                <c:pt idx="60">
                  <c:v>277.77777777777692</c:v>
                </c:pt>
                <c:pt idx="61">
                  <c:v>277.77777777777692</c:v>
                </c:pt>
                <c:pt idx="62">
                  <c:v>277.77777777777692</c:v>
                </c:pt>
                <c:pt idx="63">
                  <c:v>277.77777777777692</c:v>
                </c:pt>
                <c:pt idx="64">
                  <c:v>277.77777777777692</c:v>
                </c:pt>
                <c:pt idx="65">
                  <c:v>277.77777777777692</c:v>
                </c:pt>
                <c:pt idx="66">
                  <c:v>277.77777777777692</c:v>
                </c:pt>
                <c:pt idx="67">
                  <c:v>277.77777777777692</c:v>
                </c:pt>
                <c:pt idx="68">
                  <c:v>277.77777777777692</c:v>
                </c:pt>
                <c:pt idx="69">
                  <c:v>277.77777777777692</c:v>
                </c:pt>
                <c:pt idx="70">
                  <c:v>277.77777777777692</c:v>
                </c:pt>
                <c:pt idx="71">
                  <c:v>277.77777777777692</c:v>
                </c:pt>
                <c:pt idx="72">
                  <c:v>277.77777777777692</c:v>
                </c:pt>
                <c:pt idx="73">
                  <c:v>277.77777777777692</c:v>
                </c:pt>
                <c:pt idx="74">
                  <c:v>277.77777777777692</c:v>
                </c:pt>
                <c:pt idx="75">
                  <c:v>277.77777777777692</c:v>
                </c:pt>
                <c:pt idx="76">
                  <c:v>277.77777777777692</c:v>
                </c:pt>
                <c:pt idx="77">
                  <c:v>277.77777777777692</c:v>
                </c:pt>
                <c:pt idx="78">
                  <c:v>277.77777777777692</c:v>
                </c:pt>
                <c:pt idx="79">
                  <c:v>277.77777777777692</c:v>
                </c:pt>
                <c:pt idx="80">
                  <c:v>277.77777777777692</c:v>
                </c:pt>
                <c:pt idx="81">
                  <c:v>277.77777777777692</c:v>
                </c:pt>
                <c:pt idx="82">
                  <c:v>277.77777777777692</c:v>
                </c:pt>
                <c:pt idx="83">
                  <c:v>277.77777777777692</c:v>
                </c:pt>
                <c:pt idx="84">
                  <c:v>277.77777777777692</c:v>
                </c:pt>
                <c:pt idx="85">
                  <c:v>277.77777777777692</c:v>
                </c:pt>
                <c:pt idx="86">
                  <c:v>277.77777777777692</c:v>
                </c:pt>
                <c:pt idx="87">
                  <c:v>277.77777777777692</c:v>
                </c:pt>
                <c:pt idx="88">
                  <c:v>277.77777777777692</c:v>
                </c:pt>
                <c:pt idx="89">
                  <c:v>277.77777777777692</c:v>
                </c:pt>
                <c:pt idx="90">
                  <c:v>277.77777777777692</c:v>
                </c:pt>
                <c:pt idx="91">
                  <c:v>277.77777777777692</c:v>
                </c:pt>
                <c:pt idx="92">
                  <c:v>277.77777777777692</c:v>
                </c:pt>
                <c:pt idx="93">
                  <c:v>277.77777777777692</c:v>
                </c:pt>
                <c:pt idx="94">
                  <c:v>277.77777777777692</c:v>
                </c:pt>
                <c:pt idx="95">
                  <c:v>277.77777777777692</c:v>
                </c:pt>
                <c:pt idx="96">
                  <c:v>277.77777777777692</c:v>
                </c:pt>
                <c:pt idx="97">
                  <c:v>277.77777777777692</c:v>
                </c:pt>
                <c:pt idx="98">
                  <c:v>277.77777777777692</c:v>
                </c:pt>
                <c:pt idx="99">
                  <c:v>277.77777777777692</c:v>
                </c:pt>
                <c:pt idx="100">
                  <c:v>277.77777777777692</c:v>
                </c:pt>
                <c:pt idx="101">
                  <c:v>277.77777777777692</c:v>
                </c:pt>
                <c:pt idx="102">
                  <c:v>277.77777777777692</c:v>
                </c:pt>
                <c:pt idx="103">
                  <c:v>277.77777777777692</c:v>
                </c:pt>
                <c:pt idx="104">
                  <c:v>277.77777777777692</c:v>
                </c:pt>
                <c:pt idx="105">
                  <c:v>277.77777777777692</c:v>
                </c:pt>
                <c:pt idx="106">
                  <c:v>277.77777777777692</c:v>
                </c:pt>
                <c:pt idx="107">
                  <c:v>277.77777777777692</c:v>
                </c:pt>
                <c:pt idx="108">
                  <c:v>277.77777777777692</c:v>
                </c:pt>
                <c:pt idx="109">
                  <c:v>277.77777777777692</c:v>
                </c:pt>
                <c:pt idx="110">
                  <c:v>277.77777777777692</c:v>
                </c:pt>
                <c:pt idx="111">
                  <c:v>277.77777777777692</c:v>
                </c:pt>
                <c:pt idx="112">
                  <c:v>277.77777777777692</c:v>
                </c:pt>
                <c:pt idx="113">
                  <c:v>277.77777777777692</c:v>
                </c:pt>
                <c:pt idx="114">
                  <c:v>277.77777777777692</c:v>
                </c:pt>
                <c:pt idx="115">
                  <c:v>277.77777777777692</c:v>
                </c:pt>
                <c:pt idx="116">
                  <c:v>277.77777777777692</c:v>
                </c:pt>
                <c:pt idx="117">
                  <c:v>277.77777777777692</c:v>
                </c:pt>
                <c:pt idx="118">
                  <c:v>277.77777777777692</c:v>
                </c:pt>
                <c:pt idx="119">
                  <c:v>277.77777777777692</c:v>
                </c:pt>
                <c:pt idx="120">
                  <c:v>277.77777777777692</c:v>
                </c:pt>
                <c:pt idx="121">
                  <c:v>277.77777777777692</c:v>
                </c:pt>
                <c:pt idx="122">
                  <c:v>277.77777777777692</c:v>
                </c:pt>
                <c:pt idx="123">
                  <c:v>277.77777777777692</c:v>
                </c:pt>
                <c:pt idx="124">
                  <c:v>277.77777777777692</c:v>
                </c:pt>
                <c:pt idx="125">
                  <c:v>277.77777777777692</c:v>
                </c:pt>
                <c:pt idx="126">
                  <c:v>277.77777777777692</c:v>
                </c:pt>
                <c:pt idx="127">
                  <c:v>277.77777777777692</c:v>
                </c:pt>
                <c:pt idx="128">
                  <c:v>277.77777777777692</c:v>
                </c:pt>
                <c:pt idx="129">
                  <c:v>277.77777777777692</c:v>
                </c:pt>
                <c:pt idx="130">
                  <c:v>277.77777777777692</c:v>
                </c:pt>
                <c:pt idx="131">
                  <c:v>277.77777777777692</c:v>
                </c:pt>
                <c:pt idx="132">
                  <c:v>277.77777777777692</c:v>
                </c:pt>
                <c:pt idx="133">
                  <c:v>277.77777777777692</c:v>
                </c:pt>
                <c:pt idx="134">
                  <c:v>277.77777777777692</c:v>
                </c:pt>
                <c:pt idx="135">
                  <c:v>277.77777777777692</c:v>
                </c:pt>
                <c:pt idx="136">
                  <c:v>277.77777777777692</c:v>
                </c:pt>
                <c:pt idx="137">
                  <c:v>277.77777777777692</c:v>
                </c:pt>
                <c:pt idx="138">
                  <c:v>277.77777777777692</c:v>
                </c:pt>
                <c:pt idx="139">
                  <c:v>277.77777777777692</c:v>
                </c:pt>
                <c:pt idx="140">
                  <c:v>277.77777777777692</c:v>
                </c:pt>
                <c:pt idx="141">
                  <c:v>277.77777777777692</c:v>
                </c:pt>
                <c:pt idx="142">
                  <c:v>277.77777777777692</c:v>
                </c:pt>
                <c:pt idx="143">
                  <c:v>277.77777777777692</c:v>
                </c:pt>
                <c:pt idx="144">
                  <c:v>277.77777777777692</c:v>
                </c:pt>
                <c:pt idx="145">
                  <c:v>277.77777777777692</c:v>
                </c:pt>
                <c:pt idx="146">
                  <c:v>277.77777777777692</c:v>
                </c:pt>
                <c:pt idx="147">
                  <c:v>277.77777777777692</c:v>
                </c:pt>
                <c:pt idx="148">
                  <c:v>277.77777777777692</c:v>
                </c:pt>
                <c:pt idx="149">
                  <c:v>277.77777777777692</c:v>
                </c:pt>
                <c:pt idx="150">
                  <c:v>277.77777777777692</c:v>
                </c:pt>
                <c:pt idx="151">
                  <c:v>277.77777777777692</c:v>
                </c:pt>
                <c:pt idx="152">
                  <c:v>277.77777777777692</c:v>
                </c:pt>
                <c:pt idx="153">
                  <c:v>277.77777777777692</c:v>
                </c:pt>
                <c:pt idx="154">
                  <c:v>277.77777777777692</c:v>
                </c:pt>
                <c:pt idx="155">
                  <c:v>277.77777777777692</c:v>
                </c:pt>
                <c:pt idx="156">
                  <c:v>277.77777777777692</c:v>
                </c:pt>
                <c:pt idx="157">
                  <c:v>277.77777777777692</c:v>
                </c:pt>
                <c:pt idx="158">
                  <c:v>277.77777777777692</c:v>
                </c:pt>
                <c:pt idx="159">
                  <c:v>277.77777777777692</c:v>
                </c:pt>
                <c:pt idx="160">
                  <c:v>277.77777777777692</c:v>
                </c:pt>
                <c:pt idx="161">
                  <c:v>277.77777777777692</c:v>
                </c:pt>
                <c:pt idx="162">
                  <c:v>277.77777777777692</c:v>
                </c:pt>
                <c:pt idx="163">
                  <c:v>277.77777777777692</c:v>
                </c:pt>
                <c:pt idx="164">
                  <c:v>277.77777777777692</c:v>
                </c:pt>
                <c:pt idx="165">
                  <c:v>277.77777777777692</c:v>
                </c:pt>
                <c:pt idx="166">
                  <c:v>277.77777777777692</c:v>
                </c:pt>
                <c:pt idx="167">
                  <c:v>277.77777777777692</c:v>
                </c:pt>
                <c:pt idx="168">
                  <c:v>277.77777777777692</c:v>
                </c:pt>
                <c:pt idx="169">
                  <c:v>277.77777777777692</c:v>
                </c:pt>
                <c:pt idx="170">
                  <c:v>277.77777777777692</c:v>
                </c:pt>
                <c:pt idx="171">
                  <c:v>277.77777777777692</c:v>
                </c:pt>
                <c:pt idx="172">
                  <c:v>277.77777777777692</c:v>
                </c:pt>
                <c:pt idx="173">
                  <c:v>277.77777777777692</c:v>
                </c:pt>
                <c:pt idx="174">
                  <c:v>277.77777777777692</c:v>
                </c:pt>
                <c:pt idx="175">
                  <c:v>277.77777777777692</c:v>
                </c:pt>
                <c:pt idx="176">
                  <c:v>277.77777777777692</c:v>
                </c:pt>
                <c:pt idx="177">
                  <c:v>277.77777777777692</c:v>
                </c:pt>
                <c:pt idx="178">
                  <c:v>277.77777777777692</c:v>
                </c:pt>
                <c:pt idx="179">
                  <c:v>277.77777777777692</c:v>
                </c:pt>
                <c:pt idx="180">
                  <c:v>277.77777777777692</c:v>
                </c:pt>
                <c:pt idx="181">
                  <c:v>277.77777777777692</c:v>
                </c:pt>
                <c:pt idx="182">
                  <c:v>277.77777777777692</c:v>
                </c:pt>
                <c:pt idx="183">
                  <c:v>277.77777777777692</c:v>
                </c:pt>
                <c:pt idx="184">
                  <c:v>277.77777777777692</c:v>
                </c:pt>
                <c:pt idx="185">
                  <c:v>277.77777777777692</c:v>
                </c:pt>
                <c:pt idx="186">
                  <c:v>277.77777777777692</c:v>
                </c:pt>
                <c:pt idx="187">
                  <c:v>277.77777777777692</c:v>
                </c:pt>
                <c:pt idx="188">
                  <c:v>277.77777777777692</c:v>
                </c:pt>
                <c:pt idx="189">
                  <c:v>277.77777777777692</c:v>
                </c:pt>
                <c:pt idx="190">
                  <c:v>277.77777777777692</c:v>
                </c:pt>
                <c:pt idx="191">
                  <c:v>277.77777777777692</c:v>
                </c:pt>
                <c:pt idx="192">
                  <c:v>277.77777777777692</c:v>
                </c:pt>
                <c:pt idx="193">
                  <c:v>277.77777777777692</c:v>
                </c:pt>
                <c:pt idx="194">
                  <c:v>277.77777777777692</c:v>
                </c:pt>
                <c:pt idx="195">
                  <c:v>277.77777777777692</c:v>
                </c:pt>
                <c:pt idx="196">
                  <c:v>277.77777777777692</c:v>
                </c:pt>
                <c:pt idx="197">
                  <c:v>277.77777777777692</c:v>
                </c:pt>
                <c:pt idx="198">
                  <c:v>277.77777777777692</c:v>
                </c:pt>
                <c:pt idx="199">
                  <c:v>277.77777777777692</c:v>
                </c:pt>
                <c:pt idx="200">
                  <c:v>277.77777777777692</c:v>
                </c:pt>
                <c:pt idx="201">
                  <c:v>277.77777777777692</c:v>
                </c:pt>
                <c:pt idx="202">
                  <c:v>277.77777777777692</c:v>
                </c:pt>
                <c:pt idx="203">
                  <c:v>277.77777777777692</c:v>
                </c:pt>
                <c:pt idx="204">
                  <c:v>277.77777777777692</c:v>
                </c:pt>
                <c:pt idx="205">
                  <c:v>277.77777777777692</c:v>
                </c:pt>
                <c:pt idx="206">
                  <c:v>277.77777777777692</c:v>
                </c:pt>
                <c:pt idx="207">
                  <c:v>277.77777777777692</c:v>
                </c:pt>
                <c:pt idx="208">
                  <c:v>277.77777777777692</c:v>
                </c:pt>
                <c:pt idx="209">
                  <c:v>277.77777777777692</c:v>
                </c:pt>
                <c:pt idx="210">
                  <c:v>277.77777777777692</c:v>
                </c:pt>
                <c:pt idx="211">
                  <c:v>277.77777777777692</c:v>
                </c:pt>
                <c:pt idx="212">
                  <c:v>277.77777777777692</c:v>
                </c:pt>
                <c:pt idx="213">
                  <c:v>277.77777777777692</c:v>
                </c:pt>
                <c:pt idx="214">
                  <c:v>277.77777777777692</c:v>
                </c:pt>
                <c:pt idx="215">
                  <c:v>277.77777777777692</c:v>
                </c:pt>
                <c:pt idx="216">
                  <c:v>277.77777777777692</c:v>
                </c:pt>
                <c:pt idx="217">
                  <c:v>277.77777777777692</c:v>
                </c:pt>
                <c:pt idx="218">
                  <c:v>277.77777777777692</c:v>
                </c:pt>
                <c:pt idx="219">
                  <c:v>277.77777777777692</c:v>
                </c:pt>
                <c:pt idx="220">
                  <c:v>277.77777777777692</c:v>
                </c:pt>
                <c:pt idx="221">
                  <c:v>277.77777777777692</c:v>
                </c:pt>
                <c:pt idx="222">
                  <c:v>277.77777777777692</c:v>
                </c:pt>
                <c:pt idx="223">
                  <c:v>277.77777777777692</c:v>
                </c:pt>
                <c:pt idx="224">
                  <c:v>277.77777777777692</c:v>
                </c:pt>
                <c:pt idx="225">
                  <c:v>277.77777777777692</c:v>
                </c:pt>
                <c:pt idx="226">
                  <c:v>277.77777777777692</c:v>
                </c:pt>
                <c:pt idx="227">
                  <c:v>277.77777777777692</c:v>
                </c:pt>
                <c:pt idx="228">
                  <c:v>277.77777777777692</c:v>
                </c:pt>
                <c:pt idx="229">
                  <c:v>277.77777777777692</c:v>
                </c:pt>
                <c:pt idx="230">
                  <c:v>277.77777777777692</c:v>
                </c:pt>
                <c:pt idx="231">
                  <c:v>277.77777777777692</c:v>
                </c:pt>
                <c:pt idx="232">
                  <c:v>277.77777777777692</c:v>
                </c:pt>
                <c:pt idx="233">
                  <c:v>277.77777777777692</c:v>
                </c:pt>
                <c:pt idx="234">
                  <c:v>277.77777777777692</c:v>
                </c:pt>
                <c:pt idx="235">
                  <c:v>277.77777777777692</c:v>
                </c:pt>
                <c:pt idx="236">
                  <c:v>277.77777777777692</c:v>
                </c:pt>
                <c:pt idx="237">
                  <c:v>277.77777777777692</c:v>
                </c:pt>
                <c:pt idx="238">
                  <c:v>277.77777777777692</c:v>
                </c:pt>
                <c:pt idx="239">
                  <c:v>277.77777777777692</c:v>
                </c:pt>
                <c:pt idx="240">
                  <c:v>277.77777777777692</c:v>
                </c:pt>
                <c:pt idx="241">
                  <c:v>277.77777777777692</c:v>
                </c:pt>
                <c:pt idx="242">
                  <c:v>277.77777777777692</c:v>
                </c:pt>
                <c:pt idx="243">
                  <c:v>277.77777777777692</c:v>
                </c:pt>
                <c:pt idx="244">
                  <c:v>277.77777777777692</c:v>
                </c:pt>
                <c:pt idx="245">
                  <c:v>277.77777777777692</c:v>
                </c:pt>
                <c:pt idx="246">
                  <c:v>277.77777777777692</c:v>
                </c:pt>
                <c:pt idx="247">
                  <c:v>277.77777777777692</c:v>
                </c:pt>
                <c:pt idx="248">
                  <c:v>277.77777777777692</c:v>
                </c:pt>
                <c:pt idx="249">
                  <c:v>277.77777777777692</c:v>
                </c:pt>
                <c:pt idx="250">
                  <c:v>277.77777777777692</c:v>
                </c:pt>
                <c:pt idx="251">
                  <c:v>277.77777777777692</c:v>
                </c:pt>
                <c:pt idx="252">
                  <c:v>277.77777777777692</c:v>
                </c:pt>
                <c:pt idx="253">
                  <c:v>277.77777777777692</c:v>
                </c:pt>
                <c:pt idx="254">
                  <c:v>277.77777777777692</c:v>
                </c:pt>
                <c:pt idx="255">
                  <c:v>277.77777777777692</c:v>
                </c:pt>
                <c:pt idx="256">
                  <c:v>277.77777777777692</c:v>
                </c:pt>
                <c:pt idx="257">
                  <c:v>277.77777777777692</c:v>
                </c:pt>
                <c:pt idx="258">
                  <c:v>277.77777777777692</c:v>
                </c:pt>
                <c:pt idx="259">
                  <c:v>277.77777777777692</c:v>
                </c:pt>
                <c:pt idx="260">
                  <c:v>277.77777777777692</c:v>
                </c:pt>
                <c:pt idx="261">
                  <c:v>277.77777777777692</c:v>
                </c:pt>
                <c:pt idx="262">
                  <c:v>277.77777777777692</c:v>
                </c:pt>
                <c:pt idx="263">
                  <c:v>277.77777777777692</c:v>
                </c:pt>
                <c:pt idx="264">
                  <c:v>277.77777777777692</c:v>
                </c:pt>
                <c:pt idx="265">
                  <c:v>277.77777777777692</c:v>
                </c:pt>
                <c:pt idx="266">
                  <c:v>277.77777777777692</c:v>
                </c:pt>
                <c:pt idx="267">
                  <c:v>277.77777777777692</c:v>
                </c:pt>
                <c:pt idx="268">
                  <c:v>277.77777777777692</c:v>
                </c:pt>
                <c:pt idx="269">
                  <c:v>277.77777777777692</c:v>
                </c:pt>
                <c:pt idx="270">
                  <c:v>277.77777777777692</c:v>
                </c:pt>
                <c:pt idx="271">
                  <c:v>277.77777777777692</c:v>
                </c:pt>
                <c:pt idx="272">
                  <c:v>277.77777777777692</c:v>
                </c:pt>
                <c:pt idx="273">
                  <c:v>277.77777777777692</c:v>
                </c:pt>
                <c:pt idx="274">
                  <c:v>277.77777777777692</c:v>
                </c:pt>
                <c:pt idx="275">
                  <c:v>277.77777777777692</c:v>
                </c:pt>
                <c:pt idx="276">
                  <c:v>277.77777777777692</c:v>
                </c:pt>
                <c:pt idx="277">
                  <c:v>277.77777777777692</c:v>
                </c:pt>
                <c:pt idx="278">
                  <c:v>277.77777777777692</c:v>
                </c:pt>
                <c:pt idx="279">
                  <c:v>277.77777777777692</c:v>
                </c:pt>
                <c:pt idx="280">
                  <c:v>277.77777777777692</c:v>
                </c:pt>
                <c:pt idx="281">
                  <c:v>277.77777777777692</c:v>
                </c:pt>
                <c:pt idx="282">
                  <c:v>277.77777777777692</c:v>
                </c:pt>
                <c:pt idx="283">
                  <c:v>277.77777777777692</c:v>
                </c:pt>
                <c:pt idx="284">
                  <c:v>277.77777777777692</c:v>
                </c:pt>
                <c:pt idx="285">
                  <c:v>277.77777777777692</c:v>
                </c:pt>
                <c:pt idx="286">
                  <c:v>277.77777777777692</c:v>
                </c:pt>
                <c:pt idx="287">
                  <c:v>277.77777777777692</c:v>
                </c:pt>
                <c:pt idx="288">
                  <c:v>277.77777777777692</c:v>
                </c:pt>
                <c:pt idx="289">
                  <c:v>277.77777777777692</c:v>
                </c:pt>
                <c:pt idx="290">
                  <c:v>277.77777777777692</c:v>
                </c:pt>
                <c:pt idx="291">
                  <c:v>277.77777777777692</c:v>
                </c:pt>
                <c:pt idx="292">
                  <c:v>277.77777777777692</c:v>
                </c:pt>
                <c:pt idx="293">
                  <c:v>277.77777777777692</c:v>
                </c:pt>
                <c:pt idx="294">
                  <c:v>277.77777777777692</c:v>
                </c:pt>
                <c:pt idx="295">
                  <c:v>277.77777777777692</c:v>
                </c:pt>
                <c:pt idx="296">
                  <c:v>277.77777777777692</c:v>
                </c:pt>
                <c:pt idx="297">
                  <c:v>277.77777777777692</c:v>
                </c:pt>
                <c:pt idx="298">
                  <c:v>277.77777777777692</c:v>
                </c:pt>
                <c:pt idx="299">
                  <c:v>277.77777777777692</c:v>
                </c:pt>
                <c:pt idx="300">
                  <c:v>277.77777777777692</c:v>
                </c:pt>
                <c:pt idx="301">
                  <c:v>277.77777777777692</c:v>
                </c:pt>
                <c:pt idx="302">
                  <c:v>277.77777777777692</c:v>
                </c:pt>
                <c:pt idx="303">
                  <c:v>277.77777777777692</c:v>
                </c:pt>
                <c:pt idx="304">
                  <c:v>277.77777777777692</c:v>
                </c:pt>
                <c:pt idx="305">
                  <c:v>277.77777777777692</c:v>
                </c:pt>
                <c:pt idx="306">
                  <c:v>277.77777777777692</c:v>
                </c:pt>
                <c:pt idx="307">
                  <c:v>277.77777777777692</c:v>
                </c:pt>
                <c:pt idx="308">
                  <c:v>277.77777777777692</c:v>
                </c:pt>
                <c:pt idx="309">
                  <c:v>277.77777777777692</c:v>
                </c:pt>
                <c:pt idx="310">
                  <c:v>277.77777777777692</c:v>
                </c:pt>
                <c:pt idx="311">
                  <c:v>277.77777777777692</c:v>
                </c:pt>
                <c:pt idx="312">
                  <c:v>277.77777777777692</c:v>
                </c:pt>
                <c:pt idx="313">
                  <c:v>277.77777777777692</c:v>
                </c:pt>
                <c:pt idx="314">
                  <c:v>277.77777777777692</c:v>
                </c:pt>
                <c:pt idx="315">
                  <c:v>277.77777777777692</c:v>
                </c:pt>
                <c:pt idx="316">
                  <c:v>277.77777777777692</c:v>
                </c:pt>
                <c:pt idx="317">
                  <c:v>277.77777777777692</c:v>
                </c:pt>
                <c:pt idx="318">
                  <c:v>277.77777777777692</c:v>
                </c:pt>
                <c:pt idx="319">
                  <c:v>277.77777777777692</c:v>
                </c:pt>
                <c:pt idx="320">
                  <c:v>277.77777777777692</c:v>
                </c:pt>
                <c:pt idx="321">
                  <c:v>277.77777777777692</c:v>
                </c:pt>
                <c:pt idx="322">
                  <c:v>277.77777777777692</c:v>
                </c:pt>
                <c:pt idx="323">
                  <c:v>277.77777777777692</c:v>
                </c:pt>
                <c:pt idx="324">
                  <c:v>277.77777777777692</c:v>
                </c:pt>
                <c:pt idx="325">
                  <c:v>277.77777777777692</c:v>
                </c:pt>
                <c:pt idx="326">
                  <c:v>277.77777777777692</c:v>
                </c:pt>
                <c:pt idx="327">
                  <c:v>277.77777777777692</c:v>
                </c:pt>
                <c:pt idx="328">
                  <c:v>277.77777777777692</c:v>
                </c:pt>
                <c:pt idx="329">
                  <c:v>277.77777777777692</c:v>
                </c:pt>
                <c:pt idx="330">
                  <c:v>277.77777777777692</c:v>
                </c:pt>
                <c:pt idx="331">
                  <c:v>277.77777777777692</c:v>
                </c:pt>
                <c:pt idx="332">
                  <c:v>277.77777777777692</c:v>
                </c:pt>
                <c:pt idx="333">
                  <c:v>277.77777777777692</c:v>
                </c:pt>
                <c:pt idx="334">
                  <c:v>277.77777777777692</c:v>
                </c:pt>
                <c:pt idx="335">
                  <c:v>277.77777777777692</c:v>
                </c:pt>
                <c:pt idx="336">
                  <c:v>277.77777777777692</c:v>
                </c:pt>
                <c:pt idx="337">
                  <c:v>277.77777777777692</c:v>
                </c:pt>
                <c:pt idx="338">
                  <c:v>277.77777777777692</c:v>
                </c:pt>
                <c:pt idx="339">
                  <c:v>277.77777777777692</c:v>
                </c:pt>
                <c:pt idx="340">
                  <c:v>277.77777777777692</c:v>
                </c:pt>
                <c:pt idx="341">
                  <c:v>277.77777777777692</c:v>
                </c:pt>
                <c:pt idx="342">
                  <c:v>277.77777777777692</c:v>
                </c:pt>
                <c:pt idx="343">
                  <c:v>277.77777777777692</c:v>
                </c:pt>
                <c:pt idx="344">
                  <c:v>277.77777777777692</c:v>
                </c:pt>
                <c:pt idx="345">
                  <c:v>277.77777777777692</c:v>
                </c:pt>
                <c:pt idx="346">
                  <c:v>277.77777777777692</c:v>
                </c:pt>
                <c:pt idx="347">
                  <c:v>277.77777777777692</c:v>
                </c:pt>
                <c:pt idx="348">
                  <c:v>277.77777777777692</c:v>
                </c:pt>
                <c:pt idx="349">
                  <c:v>277.77777777777692</c:v>
                </c:pt>
                <c:pt idx="350">
                  <c:v>277.77777777777692</c:v>
                </c:pt>
                <c:pt idx="351">
                  <c:v>277.77777777777692</c:v>
                </c:pt>
                <c:pt idx="352">
                  <c:v>277.77777777777692</c:v>
                </c:pt>
                <c:pt idx="353">
                  <c:v>277.77777777777692</c:v>
                </c:pt>
                <c:pt idx="354">
                  <c:v>277.77777777777692</c:v>
                </c:pt>
                <c:pt idx="355">
                  <c:v>277.77777777777692</c:v>
                </c:pt>
                <c:pt idx="356">
                  <c:v>277.77777777777692</c:v>
                </c:pt>
                <c:pt idx="357">
                  <c:v>277.77777777777692</c:v>
                </c:pt>
                <c:pt idx="358">
                  <c:v>277.77777777777692</c:v>
                </c:pt>
                <c:pt idx="359">
                  <c:v>277.77777777777692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369344"/>
        <c:axId val="99370880"/>
      </c:barChart>
      <c:lineChart>
        <c:grouping val="standard"/>
        <c:varyColors val="0"/>
        <c:ser>
          <c:idx val="2"/>
          <c:order val="2"/>
          <c:tx>
            <c:v>Loan Balance</c:v>
          </c:tx>
          <c:spPr>
            <a:ln>
              <a:solidFill>
                <a:schemeClr val="accent2">
                  <a:lumMod val="50000"/>
                </a:schemeClr>
              </a:solidFill>
            </a:ln>
          </c:spPr>
          <c:marker>
            <c:symbol val="none"/>
          </c:marker>
          <c:val>
            <c:numRef>
              <c:f>CAM!$B$23:$B$382</c:f>
              <c:numCache>
                <c:formatCode>_("$"* #,##0_);_("$"* \(#,##0\);_("$"* "-"??_);_(@_)</c:formatCode>
                <c:ptCount val="360"/>
                <c:pt idx="0">
                  <c:v>100000</c:v>
                </c:pt>
                <c:pt idx="1">
                  <c:v>99722.222222222219</c:v>
                </c:pt>
                <c:pt idx="2">
                  <c:v>99444.444444444438</c:v>
                </c:pt>
                <c:pt idx="3">
                  <c:v>99166.666666666642</c:v>
                </c:pt>
                <c:pt idx="4">
                  <c:v>98888.888888889007</c:v>
                </c:pt>
                <c:pt idx="5">
                  <c:v>98611.111111111095</c:v>
                </c:pt>
                <c:pt idx="6">
                  <c:v>98333.333333333314</c:v>
                </c:pt>
                <c:pt idx="7">
                  <c:v>98055.555555555533</c:v>
                </c:pt>
                <c:pt idx="8">
                  <c:v>97777.777777777708</c:v>
                </c:pt>
                <c:pt idx="9">
                  <c:v>97499.999999999971</c:v>
                </c:pt>
                <c:pt idx="10">
                  <c:v>97222.222222222001</c:v>
                </c:pt>
                <c:pt idx="11">
                  <c:v>96944.444444444409</c:v>
                </c:pt>
                <c:pt idx="12">
                  <c:v>96666.666666666628</c:v>
                </c:pt>
                <c:pt idx="13">
                  <c:v>96388.888888889007</c:v>
                </c:pt>
                <c:pt idx="14">
                  <c:v>96111.111111111066</c:v>
                </c:pt>
                <c:pt idx="15">
                  <c:v>95833.33333333327</c:v>
                </c:pt>
                <c:pt idx="16">
                  <c:v>95555.555555555504</c:v>
                </c:pt>
                <c:pt idx="17">
                  <c:v>95277.777777777708</c:v>
                </c:pt>
                <c:pt idx="18">
                  <c:v>94999.999999999942</c:v>
                </c:pt>
                <c:pt idx="19">
                  <c:v>94722.222222221972</c:v>
                </c:pt>
                <c:pt idx="20">
                  <c:v>94444.44444444438</c:v>
                </c:pt>
                <c:pt idx="21">
                  <c:v>94166.666666666599</c:v>
                </c:pt>
                <c:pt idx="22">
                  <c:v>93888.888888889007</c:v>
                </c:pt>
                <c:pt idx="23">
                  <c:v>93611.111111111037</c:v>
                </c:pt>
                <c:pt idx="24">
                  <c:v>93333.333333333241</c:v>
                </c:pt>
                <c:pt idx="25">
                  <c:v>93055.555555555475</c:v>
                </c:pt>
                <c:pt idx="26">
                  <c:v>92777.777777777679</c:v>
                </c:pt>
                <c:pt idx="27">
                  <c:v>92499.999999999913</c:v>
                </c:pt>
                <c:pt idx="28">
                  <c:v>92222.222222221972</c:v>
                </c:pt>
                <c:pt idx="29">
                  <c:v>91944.444444444351</c:v>
                </c:pt>
                <c:pt idx="30">
                  <c:v>91666.66666666657</c:v>
                </c:pt>
                <c:pt idx="31">
                  <c:v>91388.888888889007</c:v>
                </c:pt>
                <c:pt idx="32">
                  <c:v>91111.111111111022</c:v>
                </c:pt>
                <c:pt idx="33">
                  <c:v>90833.333333333212</c:v>
                </c:pt>
                <c:pt idx="34">
                  <c:v>90555.555555555446</c:v>
                </c:pt>
                <c:pt idx="35">
                  <c:v>90277.777777777548</c:v>
                </c:pt>
                <c:pt idx="36">
                  <c:v>89999.999999999869</c:v>
                </c:pt>
                <c:pt idx="37">
                  <c:v>89722.222222221972</c:v>
                </c:pt>
                <c:pt idx="38">
                  <c:v>89444.444444444322</c:v>
                </c:pt>
                <c:pt idx="39">
                  <c:v>89166.666666666541</c:v>
                </c:pt>
                <c:pt idx="40">
                  <c:v>88888.888888888978</c:v>
                </c:pt>
                <c:pt idx="41">
                  <c:v>88611.111111110993</c:v>
                </c:pt>
                <c:pt idx="42">
                  <c:v>88333.333333333198</c:v>
                </c:pt>
                <c:pt idx="43">
                  <c:v>88055.555555555417</c:v>
                </c:pt>
                <c:pt idx="44">
                  <c:v>87777.777777777548</c:v>
                </c:pt>
                <c:pt idx="45">
                  <c:v>87499.99999999984</c:v>
                </c:pt>
                <c:pt idx="46">
                  <c:v>87222.222222221972</c:v>
                </c:pt>
                <c:pt idx="47">
                  <c:v>86944.444444444292</c:v>
                </c:pt>
                <c:pt idx="48">
                  <c:v>86666.666666666511</c:v>
                </c:pt>
                <c:pt idx="49">
                  <c:v>86388.888888888934</c:v>
                </c:pt>
                <c:pt idx="50">
                  <c:v>86111.111111110964</c:v>
                </c:pt>
                <c:pt idx="51">
                  <c:v>85833.333333333168</c:v>
                </c:pt>
                <c:pt idx="52">
                  <c:v>85555.555555555387</c:v>
                </c:pt>
                <c:pt idx="53">
                  <c:v>85277.777777777548</c:v>
                </c:pt>
                <c:pt idx="54">
                  <c:v>84999.999999999811</c:v>
                </c:pt>
                <c:pt idx="55">
                  <c:v>84722.222222221972</c:v>
                </c:pt>
                <c:pt idx="56">
                  <c:v>84444.444444444263</c:v>
                </c:pt>
                <c:pt idx="57">
                  <c:v>84166.666666666468</c:v>
                </c:pt>
                <c:pt idx="58">
                  <c:v>83888.888888888905</c:v>
                </c:pt>
                <c:pt idx="59">
                  <c:v>83611.11111111092</c:v>
                </c:pt>
                <c:pt idx="60">
                  <c:v>83333.333333333139</c:v>
                </c:pt>
                <c:pt idx="61">
                  <c:v>83055.555555555387</c:v>
                </c:pt>
                <c:pt idx="62">
                  <c:v>82777.777777777548</c:v>
                </c:pt>
                <c:pt idx="63">
                  <c:v>82499.999999999738</c:v>
                </c:pt>
                <c:pt idx="64">
                  <c:v>82222.222222221972</c:v>
                </c:pt>
                <c:pt idx="65">
                  <c:v>81944.444444444234</c:v>
                </c:pt>
                <c:pt idx="66">
                  <c:v>81666.666666666439</c:v>
                </c:pt>
                <c:pt idx="67">
                  <c:v>81388.888888888687</c:v>
                </c:pt>
                <c:pt idx="68">
                  <c:v>81111.111111110891</c:v>
                </c:pt>
                <c:pt idx="69">
                  <c:v>80833.33333333311</c:v>
                </c:pt>
                <c:pt idx="70">
                  <c:v>80555.555555555387</c:v>
                </c:pt>
                <c:pt idx="71">
                  <c:v>80277.777777777548</c:v>
                </c:pt>
                <c:pt idx="72">
                  <c:v>79999.999999999738</c:v>
                </c:pt>
                <c:pt idx="73">
                  <c:v>79722.222222221972</c:v>
                </c:pt>
                <c:pt idx="74">
                  <c:v>79444.444444444205</c:v>
                </c:pt>
                <c:pt idx="75">
                  <c:v>79166.66666666641</c:v>
                </c:pt>
                <c:pt idx="76">
                  <c:v>78888.888888888687</c:v>
                </c:pt>
                <c:pt idx="77">
                  <c:v>78611.111111110862</c:v>
                </c:pt>
                <c:pt idx="78">
                  <c:v>78333.333333333008</c:v>
                </c:pt>
                <c:pt idx="79">
                  <c:v>78055.555555555387</c:v>
                </c:pt>
                <c:pt idx="80">
                  <c:v>77777.777777777519</c:v>
                </c:pt>
                <c:pt idx="81">
                  <c:v>77499.999999999738</c:v>
                </c:pt>
                <c:pt idx="82">
                  <c:v>77222.222222221943</c:v>
                </c:pt>
                <c:pt idx="83">
                  <c:v>76944.444444444176</c:v>
                </c:pt>
                <c:pt idx="84">
                  <c:v>76666.666666666395</c:v>
                </c:pt>
                <c:pt idx="85">
                  <c:v>76388.888888888687</c:v>
                </c:pt>
                <c:pt idx="86">
                  <c:v>76111.111111110833</c:v>
                </c:pt>
                <c:pt idx="87">
                  <c:v>75833.333333333008</c:v>
                </c:pt>
                <c:pt idx="88">
                  <c:v>75555.555555555286</c:v>
                </c:pt>
                <c:pt idx="89">
                  <c:v>75277.777777777388</c:v>
                </c:pt>
                <c:pt idx="90">
                  <c:v>74999.999999999709</c:v>
                </c:pt>
                <c:pt idx="91">
                  <c:v>74722.222222221928</c:v>
                </c:pt>
                <c:pt idx="92">
                  <c:v>74444.444444444147</c:v>
                </c:pt>
                <c:pt idx="93">
                  <c:v>74166.666666666366</c:v>
                </c:pt>
                <c:pt idx="94">
                  <c:v>73888.888888888585</c:v>
                </c:pt>
                <c:pt idx="95">
                  <c:v>73611.111111110804</c:v>
                </c:pt>
                <c:pt idx="96">
                  <c:v>73333.333333333008</c:v>
                </c:pt>
                <c:pt idx="97">
                  <c:v>73055.555555555256</c:v>
                </c:pt>
                <c:pt idx="98">
                  <c:v>72777.777777777388</c:v>
                </c:pt>
                <c:pt idx="99">
                  <c:v>72499.999999999578</c:v>
                </c:pt>
                <c:pt idx="100">
                  <c:v>72222.222222221899</c:v>
                </c:pt>
                <c:pt idx="101">
                  <c:v>71944.444444444132</c:v>
                </c:pt>
                <c:pt idx="102">
                  <c:v>71666.666666666337</c:v>
                </c:pt>
                <c:pt idx="103">
                  <c:v>71388.888888888556</c:v>
                </c:pt>
                <c:pt idx="104">
                  <c:v>71111.111111110775</c:v>
                </c:pt>
                <c:pt idx="105">
                  <c:v>70833.333333332979</c:v>
                </c:pt>
                <c:pt idx="106">
                  <c:v>70555.555555555227</c:v>
                </c:pt>
                <c:pt idx="107">
                  <c:v>70277.777777777388</c:v>
                </c:pt>
                <c:pt idx="108">
                  <c:v>69999.999999999578</c:v>
                </c:pt>
                <c:pt idx="109">
                  <c:v>69722.22222222187</c:v>
                </c:pt>
                <c:pt idx="110">
                  <c:v>69444.444444444089</c:v>
                </c:pt>
                <c:pt idx="111">
                  <c:v>69166.666666666322</c:v>
                </c:pt>
                <c:pt idx="112">
                  <c:v>68888.888888888527</c:v>
                </c:pt>
                <c:pt idx="113">
                  <c:v>68611.111111110746</c:v>
                </c:pt>
                <c:pt idx="114">
                  <c:v>68333.333333332848</c:v>
                </c:pt>
                <c:pt idx="115">
                  <c:v>68055.555555555184</c:v>
                </c:pt>
                <c:pt idx="116">
                  <c:v>67777.777777777388</c:v>
                </c:pt>
                <c:pt idx="117">
                  <c:v>67499.999999999578</c:v>
                </c:pt>
                <c:pt idx="118">
                  <c:v>67222.222222221841</c:v>
                </c:pt>
                <c:pt idx="119">
                  <c:v>66944.44444444406</c:v>
                </c:pt>
                <c:pt idx="120">
                  <c:v>66666.666666666293</c:v>
                </c:pt>
                <c:pt idx="121">
                  <c:v>66388.888888888527</c:v>
                </c:pt>
                <c:pt idx="122">
                  <c:v>66111.111111110717</c:v>
                </c:pt>
                <c:pt idx="123">
                  <c:v>65833.333333332848</c:v>
                </c:pt>
                <c:pt idx="124">
                  <c:v>65555.555555555155</c:v>
                </c:pt>
                <c:pt idx="125">
                  <c:v>65277.777777777374</c:v>
                </c:pt>
                <c:pt idx="126">
                  <c:v>64999.999999999593</c:v>
                </c:pt>
                <c:pt idx="127">
                  <c:v>64722.222222221804</c:v>
                </c:pt>
                <c:pt idx="128">
                  <c:v>64444.44444444414</c:v>
                </c:pt>
                <c:pt idx="129">
                  <c:v>64166.666666666184</c:v>
                </c:pt>
                <c:pt idx="130">
                  <c:v>63888.888888888607</c:v>
                </c:pt>
                <c:pt idx="131">
                  <c:v>63611.111111110593</c:v>
                </c:pt>
                <c:pt idx="132">
                  <c:v>63333.333333332943</c:v>
                </c:pt>
                <c:pt idx="133">
                  <c:v>63055.555555555133</c:v>
                </c:pt>
                <c:pt idx="134">
                  <c:v>62777.77777777725</c:v>
                </c:pt>
                <c:pt idx="135">
                  <c:v>62499.999999999563</c:v>
                </c:pt>
                <c:pt idx="136">
                  <c:v>62222.222222221775</c:v>
                </c:pt>
                <c:pt idx="137">
                  <c:v>61944.444444444103</c:v>
                </c:pt>
                <c:pt idx="138">
                  <c:v>61666.666666666184</c:v>
                </c:pt>
                <c:pt idx="139">
                  <c:v>61388.88888888857</c:v>
                </c:pt>
                <c:pt idx="140">
                  <c:v>61111.111111110586</c:v>
                </c:pt>
                <c:pt idx="141">
                  <c:v>60833.333333332892</c:v>
                </c:pt>
                <c:pt idx="142">
                  <c:v>60555.555555555096</c:v>
                </c:pt>
                <c:pt idx="143">
                  <c:v>60277.777777777213</c:v>
                </c:pt>
                <c:pt idx="144">
                  <c:v>59999.999999999542</c:v>
                </c:pt>
                <c:pt idx="145">
                  <c:v>59722.222222221724</c:v>
                </c:pt>
                <c:pt idx="146">
                  <c:v>59444.444444444067</c:v>
                </c:pt>
                <c:pt idx="147">
                  <c:v>59166.666666666184</c:v>
                </c:pt>
                <c:pt idx="148">
                  <c:v>58888.888888888541</c:v>
                </c:pt>
                <c:pt idx="149">
                  <c:v>58611.111111110586</c:v>
                </c:pt>
                <c:pt idx="150">
                  <c:v>58333.333333332848</c:v>
                </c:pt>
                <c:pt idx="151">
                  <c:v>58055.555555555067</c:v>
                </c:pt>
                <c:pt idx="152">
                  <c:v>57777.777777777184</c:v>
                </c:pt>
                <c:pt idx="153">
                  <c:v>57499.999999999513</c:v>
                </c:pt>
                <c:pt idx="154">
                  <c:v>57222.222222221724</c:v>
                </c:pt>
                <c:pt idx="155">
                  <c:v>56944.444444443943</c:v>
                </c:pt>
                <c:pt idx="156">
                  <c:v>56666.666666666155</c:v>
                </c:pt>
                <c:pt idx="157">
                  <c:v>56388.888888888498</c:v>
                </c:pt>
                <c:pt idx="158">
                  <c:v>56111.111111110586</c:v>
                </c:pt>
                <c:pt idx="159">
                  <c:v>55833.333333332819</c:v>
                </c:pt>
                <c:pt idx="160">
                  <c:v>55555.555555555038</c:v>
                </c:pt>
                <c:pt idx="161">
                  <c:v>55277.777777777184</c:v>
                </c:pt>
                <c:pt idx="162">
                  <c:v>54999.999999999483</c:v>
                </c:pt>
                <c:pt idx="163">
                  <c:v>54722.222222221601</c:v>
                </c:pt>
                <c:pt idx="164">
                  <c:v>54444.444444443943</c:v>
                </c:pt>
                <c:pt idx="165">
                  <c:v>54166.666666666126</c:v>
                </c:pt>
                <c:pt idx="166">
                  <c:v>53888.888888888469</c:v>
                </c:pt>
                <c:pt idx="167">
                  <c:v>53611.111111110571</c:v>
                </c:pt>
                <c:pt idx="168">
                  <c:v>53333.33333333279</c:v>
                </c:pt>
                <c:pt idx="169">
                  <c:v>53055.555555555009</c:v>
                </c:pt>
                <c:pt idx="170">
                  <c:v>52777.777777777184</c:v>
                </c:pt>
                <c:pt idx="171">
                  <c:v>52499.999999999447</c:v>
                </c:pt>
                <c:pt idx="172">
                  <c:v>52222.222222221586</c:v>
                </c:pt>
                <c:pt idx="173">
                  <c:v>51944.444444443892</c:v>
                </c:pt>
                <c:pt idx="174">
                  <c:v>51666.666666666104</c:v>
                </c:pt>
                <c:pt idx="175">
                  <c:v>51388.888888888425</c:v>
                </c:pt>
                <c:pt idx="176">
                  <c:v>51111.111111110535</c:v>
                </c:pt>
                <c:pt idx="177">
                  <c:v>50833.333333332761</c:v>
                </c:pt>
                <c:pt idx="178">
                  <c:v>50555.555555555002</c:v>
                </c:pt>
                <c:pt idx="179">
                  <c:v>50277.777777777184</c:v>
                </c:pt>
                <c:pt idx="180">
                  <c:v>49999.999999999418</c:v>
                </c:pt>
                <c:pt idx="181">
                  <c:v>49722.222222221586</c:v>
                </c:pt>
                <c:pt idx="182">
                  <c:v>49444.444444443863</c:v>
                </c:pt>
                <c:pt idx="183">
                  <c:v>49166.666666666075</c:v>
                </c:pt>
                <c:pt idx="184">
                  <c:v>48888.888888888396</c:v>
                </c:pt>
                <c:pt idx="185">
                  <c:v>48611.111111110506</c:v>
                </c:pt>
                <c:pt idx="186">
                  <c:v>48333.333333332732</c:v>
                </c:pt>
                <c:pt idx="187">
                  <c:v>48055.555555555002</c:v>
                </c:pt>
                <c:pt idx="188">
                  <c:v>47777.77777777717</c:v>
                </c:pt>
                <c:pt idx="189">
                  <c:v>47499.999999999389</c:v>
                </c:pt>
                <c:pt idx="190">
                  <c:v>47222.222222221586</c:v>
                </c:pt>
                <c:pt idx="191">
                  <c:v>46944.444444443841</c:v>
                </c:pt>
                <c:pt idx="192">
                  <c:v>46666.666666666024</c:v>
                </c:pt>
                <c:pt idx="193">
                  <c:v>46388.888888888359</c:v>
                </c:pt>
                <c:pt idx="194">
                  <c:v>46111.111111110484</c:v>
                </c:pt>
                <c:pt idx="195">
                  <c:v>45833.333333332703</c:v>
                </c:pt>
                <c:pt idx="196">
                  <c:v>45555.555555555002</c:v>
                </c:pt>
                <c:pt idx="197">
                  <c:v>45277.777777777126</c:v>
                </c:pt>
                <c:pt idx="198">
                  <c:v>44999.99999999936</c:v>
                </c:pt>
                <c:pt idx="199">
                  <c:v>44722.222222221579</c:v>
                </c:pt>
                <c:pt idx="200">
                  <c:v>44444.444444443798</c:v>
                </c:pt>
                <c:pt idx="201">
                  <c:v>44166.666666665922</c:v>
                </c:pt>
                <c:pt idx="202">
                  <c:v>43888.888888888243</c:v>
                </c:pt>
                <c:pt idx="203">
                  <c:v>43611.111111110455</c:v>
                </c:pt>
                <c:pt idx="204">
                  <c:v>43333.333333332681</c:v>
                </c:pt>
                <c:pt idx="205">
                  <c:v>43055.555555554893</c:v>
                </c:pt>
                <c:pt idx="206">
                  <c:v>42777.777777777104</c:v>
                </c:pt>
                <c:pt idx="207">
                  <c:v>42499.999999999331</c:v>
                </c:pt>
                <c:pt idx="208">
                  <c:v>42222.22222222155</c:v>
                </c:pt>
                <c:pt idx="209">
                  <c:v>41944.444444443769</c:v>
                </c:pt>
                <c:pt idx="210">
                  <c:v>41666.666666665893</c:v>
                </c:pt>
                <c:pt idx="211">
                  <c:v>41388.888888888243</c:v>
                </c:pt>
                <c:pt idx="212">
                  <c:v>41111.111111110426</c:v>
                </c:pt>
                <c:pt idx="213">
                  <c:v>40833.333333332645</c:v>
                </c:pt>
                <c:pt idx="214">
                  <c:v>40555.555555554893</c:v>
                </c:pt>
                <c:pt idx="215">
                  <c:v>40277.777777777075</c:v>
                </c:pt>
                <c:pt idx="216">
                  <c:v>39999.999999999302</c:v>
                </c:pt>
                <c:pt idx="217">
                  <c:v>39722.22222222152</c:v>
                </c:pt>
                <c:pt idx="218">
                  <c:v>39444.444444443739</c:v>
                </c:pt>
                <c:pt idx="219">
                  <c:v>39166.666666665857</c:v>
                </c:pt>
                <c:pt idx="220">
                  <c:v>38888.888888888243</c:v>
                </c:pt>
                <c:pt idx="221">
                  <c:v>38611.111111110375</c:v>
                </c:pt>
                <c:pt idx="222">
                  <c:v>38333.333333332615</c:v>
                </c:pt>
                <c:pt idx="223">
                  <c:v>38055.555555554842</c:v>
                </c:pt>
                <c:pt idx="224">
                  <c:v>37777.777777777024</c:v>
                </c:pt>
                <c:pt idx="225">
                  <c:v>37499.999999999272</c:v>
                </c:pt>
                <c:pt idx="226">
                  <c:v>37222.222222221484</c:v>
                </c:pt>
                <c:pt idx="227">
                  <c:v>36944.44444444371</c:v>
                </c:pt>
                <c:pt idx="228">
                  <c:v>36666.66666666582</c:v>
                </c:pt>
                <c:pt idx="229">
                  <c:v>36388.888888888243</c:v>
                </c:pt>
                <c:pt idx="230">
                  <c:v>36111.111111110324</c:v>
                </c:pt>
                <c:pt idx="231">
                  <c:v>35833.333333332601</c:v>
                </c:pt>
                <c:pt idx="232">
                  <c:v>35555.555555554813</c:v>
                </c:pt>
                <c:pt idx="233">
                  <c:v>35277.777777777024</c:v>
                </c:pt>
                <c:pt idx="234">
                  <c:v>34999.999999999236</c:v>
                </c:pt>
                <c:pt idx="235">
                  <c:v>34722.222222221455</c:v>
                </c:pt>
                <c:pt idx="236">
                  <c:v>34444.444444443681</c:v>
                </c:pt>
                <c:pt idx="237">
                  <c:v>34166.666666665777</c:v>
                </c:pt>
                <c:pt idx="238">
                  <c:v>33888.888888888243</c:v>
                </c:pt>
                <c:pt idx="239">
                  <c:v>33611.111111110324</c:v>
                </c:pt>
                <c:pt idx="240">
                  <c:v>33333.333333332601</c:v>
                </c:pt>
                <c:pt idx="241">
                  <c:v>33055.555555554783</c:v>
                </c:pt>
                <c:pt idx="242">
                  <c:v>32777.777777776995</c:v>
                </c:pt>
                <c:pt idx="243">
                  <c:v>32499.999999999218</c:v>
                </c:pt>
                <c:pt idx="244">
                  <c:v>32222.222222221488</c:v>
                </c:pt>
                <c:pt idx="245">
                  <c:v>31944.444444443714</c:v>
                </c:pt>
                <c:pt idx="246">
                  <c:v>31666.666666665886</c:v>
                </c:pt>
                <c:pt idx="247">
                  <c:v>31388.888888888108</c:v>
                </c:pt>
                <c:pt idx="248">
                  <c:v>31111.111111110316</c:v>
                </c:pt>
                <c:pt idx="249">
                  <c:v>30833.333333332495</c:v>
                </c:pt>
                <c:pt idx="250">
                  <c:v>30555.555555554776</c:v>
                </c:pt>
                <c:pt idx="251">
                  <c:v>30277.777777776992</c:v>
                </c:pt>
                <c:pt idx="252">
                  <c:v>29999.999999999218</c:v>
                </c:pt>
                <c:pt idx="253">
                  <c:v>29722.222222221491</c:v>
                </c:pt>
                <c:pt idx="254">
                  <c:v>29444.444444443718</c:v>
                </c:pt>
                <c:pt idx="255">
                  <c:v>29166.666666665886</c:v>
                </c:pt>
                <c:pt idx="256">
                  <c:v>28888.888888888119</c:v>
                </c:pt>
                <c:pt idx="257">
                  <c:v>28611.111111110316</c:v>
                </c:pt>
                <c:pt idx="258">
                  <c:v>28333.333333332499</c:v>
                </c:pt>
                <c:pt idx="259">
                  <c:v>28055.55555555478</c:v>
                </c:pt>
                <c:pt idx="260">
                  <c:v>27777.777777777002</c:v>
                </c:pt>
                <c:pt idx="261">
                  <c:v>27499.999999999218</c:v>
                </c:pt>
                <c:pt idx="262">
                  <c:v>27222.222222221495</c:v>
                </c:pt>
                <c:pt idx="263">
                  <c:v>26944.444444443721</c:v>
                </c:pt>
                <c:pt idx="264">
                  <c:v>26666.666666665893</c:v>
                </c:pt>
                <c:pt idx="265">
                  <c:v>26388.888888888119</c:v>
                </c:pt>
                <c:pt idx="266">
                  <c:v>26111.111111110316</c:v>
                </c:pt>
                <c:pt idx="267">
                  <c:v>25833.333333332499</c:v>
                </c:pt>
                <c:pt idx="268">
                  <c:v>25555.555555554783</c:v>
                </c:pt>
                <c:pt idx="269">
                  <c:v>25277.777777777006</c:v>
                </c:pt>
                <c:pt idx="270">
                  <c:v>24999.999999999218</c:v>
                </c:pt>
                <c:pt idx="271">
                  <c:v>24722.222222221499</c:v>
                </c:pt>
                <c:pt idx="272">
                  <c:v>24444.444444443721</c:v>
                </c:pt>
                <c:pt idx="273">
                  <c:v>24166.666666665897</c:v>
                </c:pt>
                <c:pt idx="274">
                  <c:v>23888.888888888119</c:v>
                </c:pt>
                <c:pt idx="275">
                  <c:v>23611.111111110342</c:v>
                </c:pt>
                <c:pt idx="276">
                  <c:v>23333.333333332503</c:v>
                </c:pt>
                <c:pt idx="277">
                  <c:v>23055.555555554787</c:v>
                </c:pt>
                <c:pt idx="278">
                  <c:v>22777.77777777701</c:v>
                </c:pt>
                <c:pt idx="279">
                  <c:v>22499.999999999232</c:v>
                </c:pt>
                <c:pt idx="280">
                  <c:v>22222.222222221502</c:v>
                </c:pt>
                <c:pt idx="281">
                  <c:v>21944.444444443721</c:v>
                </c:pt>
                <c:pt idx="282">
                  <c:v>21666.666666665897</c:v>
                </c:pt>
                <c:pt idx="283">
                  <c:v>21388.888888888123</c:v>
                </c:pt>
                <c:pt idx="284">
                  <c:v>21111.111111110346</c:v>
                </c:pt>
                <c:pt idx="285">
                  <c:v>20833.333333332503</c:v>
                </c:pt>
                <c:pt idx="286">
                  <c:v>20555.555555554791</c:v>
                </c:pt>
                <c:pt idx="287">
                  <c:v>20277.777777777013</c:v>
                </c:pt>
                <c:pt idx="288">
                  <c:v>19999.999999999236</c:v>
                </c:pt>
                <c:pt idx="289">
                  <c:v>19722.222222221506</c:v>
                </c:pt>
                <c:pt idx="290">
                  <c:v>19444.444444443721</c:v>
                </c:pt>
                <c:pt idx="291">
                  <c:v>19166.666666665897</c:v>
                </c:pt>
                <c:pt idx="292">
                  <c:v>18888.888888888127</c:v>
                </c:pt>
                <c:pt idx="293">
                  <c:v>18611.111111110346</c:v>
                </c:pt>
                <c:pt idx="294">
                  <c:v>18333.333333332506</c:v>
                </c:pt>
                <c:pt idx="295">
                  <c:v>18055.555555554794</c:v>
                </c:pt>
                <c:pt idx="296">
                  <c:v>17777.777777777017</c:v>
                </c:pt>
                <c:pt idx="297">
                  <c:v>17499.99999999924</c:v>
                </c:pt>
                <c:pt idx="298">
                  <c:v>17222.22222222151</c:v>
                </c:pt>
                <c:pt idx="299">
                  <c:v>16944.444444443721</c:v>
                </c:pt>
                <c:pt idx="300">
                  <c:v>16666.666666665897</c:v>
                </c:pt>
                <c:pt idx="301">
                  <c:v>16388.88888888813</c:v>
                </c:pt>
                <c:pt idx="302">
                  <c:v>16111.111111110356</c:v>
                </c:pt>
                <c:pt idx="303">
                  <c:v>15833.333333332575</c:v>
                </c:pt>
                <c:pt idx="304">
                  <c:v>15555.555555554793</c:v>
                </c:pt>
                <c:pt idx="305">
                  <c:v>15277.777777777022</c:v>
                </c:pt>
                <c:pt idx="306">
                  <c:v>14999.999999999214</c:v>
                </c:pt>
                <c:pt idx="307">
                  <c:v>14722.22222222149</c:v>
                </c:pt>
                <c:pt idx="308">
                  <c:v>14444.44444444369</c:v>
                </c:pt>
                <c:pt idx="309">
                  <c:v>14166.666666665886</c:v>
                </c:pt>
                <c:pt idx="310">
                  <c:v>13888.888888888127</c:v>
                </c:pt>
                <c:pt idx="311">
                  <c:v>13611.111111110356</c:v>
                </c:pt>
                <c:pt idx="312">
                  <c:v>13333.333333332579</c:v>
                </c:pt>
                <c:pt idx="313">
                  <c:v>13055.555555554802</c:v>
                </c:pt>
                <c:pt idx="314">
                  <c:v>12777.777777777024</c:v>
                </c:pt>
                <c:pt idx="315">
                  <c:v>12499.99999999922</c:v>
                </c:pt>
                <c:pt idx="316">
                  <c:v>12222.222222221493</c:v>
                </c:pt>
                <c:pt idx="317">
                  <c:v>11944.444444443692</c:v>
                </c:pt>
                <c:pt idx="318">
                  <c:v>11666.666666665889</c:v>
                </c:pt>
                <c:pt idx="319">
                  <c:v>11388.888888888127</c:v>
                </c:pt>
                <c:pt idx="320">
                  <c:v>11111.111111110376</c:v>
                </c:pt>
                <c:pt idx="321">
                  <c:v>10833.333333332586</c:v>
                </c:pt>
                <c:pt idx="322">
                  <c:v>10555.555555554805</c:v>
                </c:pt>
                <c:pt idx="323">
                  <c:v>10277.777777777028</c:v>
                </c:pt>
                <c:pt idx="324">
                  <c:v>9999.9999999992124</c:v>
                </c:pt>
                <c:pt idx="325">
                  <c:v>9722.2222222214768</c:v>
                </c:pt>
                <c:pt idx="326">
                  <c:v>9444.4444444436958</c:v>
                </c:pt>
                <c:pt idx="327">
                  <c:v>9166.6666666658875</c:v>
                </c:pt>
                <c:pt idx="328">
                  <c:v>8888.8888888881411</c:v>
                </c:pt>
                <c:pt idx="329">
                  <c:v>8611.1111111103728</c:v>
                </c:pt>
                <c:pt idx="330">
                  <c:v>8333.3333333325863</c:v>
                </c:pt>
                <c:pt idx="331">
                  <c:v>8055.5555555548144</c:v>
                </c:pt>
                <c:pt idx="332">
                  <c:v>7777.7777777770179</c:v>
                </c:pt>
                <c:pt idx="333">
                  <c:v>7499.9999999992542</c:v>
                </c:pt>
                <c:pt idx="334">
                  <c:v>7222.2222222214941</c:v>
                </c:pt>
                <c:pt idx="335">
                  <c:v>6944.4444444437004</c:v>
                </c:pt>
                <c:pt idx="336">
                  <c:v>6666.6666666659612</c:v>
                </c:pt>
                <c:pt idx="337">
                  <c:v>6388.8888888881365</c:v>
                </c:pt>
                <c:pt idx="338">
                  <c:v>6111.1111111103792</c:v>
                </c:pt>
                <c:pt idx="339">
                  <c:v>5833.3333333325772</c:v>
                </c:pt>
                <c:pt idx="340">
                  <c:v>5555.5555555548144</c:v>
                </c:pt>
                <c:pt idx="341">
                  <c:v>5277.7777777770198</c:v>
                </c:pt>
                <c:pt idx="342">
                  <c:v>4999.9999999992624</c:v>
                </c:pt>
                <c:pt idx="343">
                  <c:v>4722.2222222214959</c:v>
                </c:pt>
                <c:pt idx="344">
                  <c:v>4444.4444444437031</c:v>
                </c:pt>
                <c:pt idx="345">
                  <c:v>4166.6666666659648</c:v>
                </c:pt>
                <c:pt idx="346">
                  <c:v>3888.8888888881447</c:v>
                </c:pt>
                <c:pt idx="347">
                  <c:v>3611.1111111103764</c:v>
                </c:pt>
                <c:pt idx="348">
                  <c:v>3333.3333333326063</c:v>
                </c:pt>
                <c:pt idx="349">
                  <c:v>3055.5555555548162</c:v>
                </c:pt>
                <c:pt idx="350">
                  <c:v>2777.7777777770366</c:v>
                </c:pt>
                <c:pt idx="351">
                  <c:v>2499.9999999992592</c:v>
                </c:pt>
                <c:pt idx="352">
                  <c:v>2222.2222222214809</c:v>
                </c:pt>
                <c:pt idx="353">
                  <c:v>1944.4444444437029</c:v>
                </c:pt>
                <c:pt idx="354">
                  <c:v>1666.6666666659253</c:v>
                </c:pt>
                <c:pt idx="355">
                  <c:v>1388.8888888881474</c:v>
                </c:pt>
                <c:pt idx="356">
                  <c:v>1111.1111111103696</c:v>
                </c:pt>
                <c:pt idx="357">
                  <c:v>833.33333333259304</c:v>
                </c:pt>
                <c:pt idx="358">
                  <c:v>555.55555555481396</c:v>
                </c:pt>
                <c:pt idx="359">
                  <c:v>277.77777777703619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374976"/>
        <c:axId val="99373056"/>
      </c:lineChart>
      <c:catAx>
        <c:axId val="99369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4620000"/>
          <a:lstStyle/>
          <a:p>
            <a:pPr>
              <a:defRPr/>
            </a:pPr>
            <a:endParaRPr lang="en-US"/>
          </a:p>
        </c:txPr>
        <c:crossAx val="99370880"/>
        <c:crosses val="autoZero"/>
        <c:auto val="1"/>
        <c:lblAlgn val="ctr"/>
        <c:lblOffset val="100"/>
        <c:tickLblSkip val="60"/>
        <c:tickMarkSkip val="12"/>
        <c:noMultiLvlLbl val="0"/>
      </c:catAx>
      <c:valAx>
        <c:axId val="99370880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Payments</a:t>
                </a:r>
              </a:p>
            </c:rich>
          </c:tx>
          <c:layout/>
          <c:overlay val="0"/>
        </c:title>
        <c:numFmt formatCode="_(&quot;$&quot;* #,##0_);_(&quot;$&quot;* \(#,##0\);_(&quot;$&quot;* &quot;-&quot;_);_(@_)" sourceLinked="0"/>
        <c:majorTickMark val="out"/>
        <c:minorTickMark val="none"/>
        <c:tickLblPos val="nextTo"/>
        <c:crossAx val="99369344"/>
        <c:crosses val="autoZero"/>
        <c:crossBetween val="between"/>
      </c:valAx>
      <c:valAx>
        <c:axId val="99373056"/>
        <c:scaling>
          <c:orientation val="minMax"/>
          <c:max val="100000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B</a:t>
                </a:r>
                <a:r>
                  <a:rPr lang="en-US" baseline="0"/>
                  <a:t> alance</a:t>
                </a:r>
                <a:endParaRPr lang="en-US"/>
              </a:p>
            </c:rich>
          </c:tx>
          <c:layout/>
          <c:overlay val="0"/>
        </c:title>
        <c:numFmt formatCode="_(&quot;$&quot;* #,##0_);_(&quot;$&quot;* \(#,##0\);_(&quot;$&quot;* &quot;-&quot;??_);_(@_)" sourceLinked="1"/>
        <c:majorTickMark val="out"/>
        <c:minorTickMark val="none"/>
        <c:tickLblPos val="nextTo"/>
        <c:crossAx val="99374976"/>
        <c:crosses val="max"/>
        <c:crossBetween val="between"/>
      </c:valAx>
      <c:catAx>
        <c:axId val="99374976"/>
        <c:scaling>
          <c:orientation val="minMax"/>
        </c:scaling>
        <c:delete val="1"/>
        <c:axPos val="b"/>
        <c:majorTickMark val="out"/>
        <c:minorTickMark val="none"/>
        <c:tickLblPos val="none"/>
        <c:crossAx val="99373056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Loan Amortization</a:t>
            </a:r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6039107611548556"/>
          <c:y val="0.18931379566858955"/>
          <c:w val="0.65532895888014064"/>
          <c:h val="0.608042724605948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GPM!$D$22</c:f>
              <c:strCache>
                <c:ptCount val="1"/>
                <c:pt idx="0">
                  <c:v>Interest</c:v>
                </c:pt>
              </c:strCache>
            </c:strRef>
          </c:tx>
          <c:spPr>
            <a:gradFill>
              <a:gsLst>
                <a:gs pos="0">
                  <a:srgbClr val="C0504D">
                    <a:lumMod val="60000"/>
                    <a:lumOff val="40000"/>
                  </a:srgbClr>
                </a:gs>
                <a:gs pos="53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GPM!$A$23:$A$382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GPM!$D$23:$D$382</c:f>
              <c:numCache>
                <c:formatCode>_("$"* #,##0.00_);_("$"* \(#,##0.00\);_("$"* "-"??_);_(@_)</c:formatCode>
                <c:ptCount val="360"/>
                <c:pt idx="0">
                  <c:v>583.3333333333336</c:v>
                </c:pt>
                <c:pt idx="1">
                  <c:v>584.40755237798396</c:v>
                </c:pt>
                <c:pt idx="2">
                  <c:v>585.48803770039649</c:v>
                </c:pt>
                <c:pt idx="3">
                  <c:v>586.57482585385344</c:v>
                </c:pt>
                <c:pt idx="4">
                  <c:v>587.66795360487299</c:v>
                </c:pt>
                <c:pt idx="5">
                  <c:v>588.76745793444138</c:v>
                </c:pt>
                <c:pt idx="6">
                  <c:v>589.8733760392679</c:v>
                </c:pt>
                <c:pt idx="7">
                  <c:v>590.98574533303452</c:v>
                </c:pt>
                <c:pt idx="8">
                  <c:v>592.10460344768353</c:v>
                </c:pt>
                <c:pt idx="9">
                  <c:v>593.22998823466855</c:v>
                </c:pt>
                <c:pt idx="10">
                  <c:v>594.36193776624259</c:v>
                </c:pt>
                <c:pt idx="11">
                  <c:v>595.50049033675305</c:v>
                </c:pt>
                <c:pt idx="12">
                  <c:v>596.64568446392241</c:v>
                </c:pt>
                <c:pt idx="13">
                  <c:v>597.40946576798035</c:v>
                </c:pt>
                <c:pt idx="14">
                  <c:v>598.17770246297857</c:v>
                </c:pt>
                <c:pt idx="15">
                  <c:v>598.95042053869804</c:v>
                </c:pt>
                <c:pt idx="16">
                  <c:v>599.72764613652498</c:v>
                </c:pt>
                <c:pt idx="17">
                  <c:v>600.50940555034128</c:v>
                </c:pt>
                <c:pt idx="18">
                  <c:v>601.29572522740318</c:v>
                </c:pt>
                <c:pt idx="19">
                  <c:v>602.08663176924665</c:v>
                </c:pt>
                <c:pt idx="20">
                  <c:v>602.88215193258543</c:v>
                </c:pt>
                <c:pt idx="21">
                  <c:v>603.68231263021062</c:v>
                </c:pt>
                <c:pt idx="22">
                  <c:v>604.48714093190517</c:v>
                </c:pt>
                <c:pt idx="23">
                  <c:v>605.29666406535944</c:v>
                </c:pt>
                <c:pt idx="24">
                  <c:v>606.11090941709301</c:v>
                </c:pt>
                <c:pt idx="25">
                  <c:v>606.54181141118943</c:v>
                </c:pt>
                <c:pt idx="26">
                  <c:v>606.97522700025149</c:v>
                </c:pt>
                <c:pt idx="27">
                  <c:v>607.41117084691712</c:v>
                </c:pt>
                <c:pt idx="28">
                  <c:v>607.8496576993532</c:v>
                </c:pt>
                <c:pt idx="29">
                  <c:v>608.29070239176463</c:v>
                </c:pt>
                <c:pt idx="30">
                  <c:v>608.73431984488059</c:v>
                </c:pt>
                <c:pt idx="31">
                  <c:v>609.18052506647302</c:v>
                </c:pt>
                <c:pt idx="32">
                  <c:v>609.62933315185853</c:v>
                </c:pt>
                <c:pt idx="33">
                  <c:v>610.08075928440724</c:v>
                </c:pt>
                <c:pt idx="34">
                  <c:v>610.53481873606358</c:v>
                </c:pt>
                <c:pt idx="35">
                  <c:v>610.99152686785419</c:v>
                </c:pt>
                <c:pt idx="36">
                  <c:v>611.45089913041249</c:v>
                </c:pt>
                <c:pt idx="37">
                  <c:v>610.81204545832838</c:v>
                </c:pt>
                <c:pt idx="38">
                  <c:v>610.16946513982259</c:v>
                </c:pt>
                <c:pt idx="39">
                  <c:v>609.52313643612683</c:v>
                </c:pt>
                <c:pt idx="40">
                  <c:v>608.87303748165652</c:v>
                </c:pt>
                <c:pt idx="41">
                  <c:v>608.21914628328659</c:v>
                </c:pt>
                <c:pt idx="42">
                  <c:v>607.56144071959284</c:v>
                </c:pt>
                <c:pt idx="43">
                  <c:v>606.89989854011276</c:v>
                </c:pt>
                <c:pt idx="44">
                  <c:v>606.23449736458304</c:v>
                </c:pt>
                <c:pt idx="45">
                  <c:v>605.56521468219546</c:v>
                </c:pt>
                <c:pt idx="46">
                  <c:v>604.89202785082796</c:v>
                </c:pt>
                <c:pt idx="47">
                  <c:v>604.21491409627959</c:v>
                </c:pt>
                <c:pt idx="48">
                  <c:v>603.53385051149553</c:v>
                </c:pt>
                <c:pt idx="49">
                  <c:v>602.84881405579847</c:v>
                </c:pt>
                <c:pt idx="50">
                  <c:v>602.15978155411381</c:v>
                </c:pt>
                <c:pt idx="51">
                  <c:v>601.46672969616441</c:v>
                </c:pt>
                <c:pt idx="52">
                  <c:v>600.76963503571267</c:v>
                </c:pt>
                <c:pt idx="53">
                  <c:v>600.06847398974151</c:v>
                </c:pt>
                <c:pt idx="54">
                  <c:v>599.36322283766799</c:v>
                </c:pt>
                <c:pt idx="55">
                  <c:v>598.65385772054253</c:v>
                </c:pt>
                <c:pt idx="56">
                  <c:v>597.94035464023261</c:v>
                </c:pt>
                <c:pt idx="57">
                  <c:v>597.22268945862152</c:v>
                </c:pt>
                <c:pt idx="58">
                  <c:v>596.50083789678342</c:v>
                </c:pt>
                <c:pt idx="59">
                  <c:v>595.77477553417202</c:v>
                </c:pt>
                <c:pt idx="60">
                  <c:v>595.04447780777173</c:v>
                </c:pt>
                <c:pt idx="61">
                  <c:v>594.30992001130346</c:v>
                </c:pt>
                <c:pt idx="62">
                  <c:v>593.57107729435802</c:v>
                </c:pt>
                <c:pt idx="63">
                  <c:v>592.82792466156138</c:v>
                </c:pt>
                <c:pt idx="64">
                  <c:v>592.08043697174298</c:v>
                </c:pt>
                <c:pt idx="65">
                  <c:v>591.3285889370635</c:v>
                </c:pt>
                <c:pt idx="66">
                  <c:v>590.57235512218324</c:v>
                </c:pt>
                <c:pt idx="67">
                  <c:v>589.81170994338322</c:v>
                </c:pt>
                <c:pt idx="68">
                  <c:v>589.04662766770639</c:v>
                </c:pt>
                <c:pt idx="69">
                  <c:v>588.27708241208882</c:v>
                </c:pt>
                <c:pt idx="70">
                  <c:v>587.50304814247977</c:v>
                </c:pt>
                <c:pt idx="71">
                  <c:v>586.72449867296473</c:v>
                </c:pt>
                <c:pt idx="72">
                  <c:v>585.9414076648776</c:v>
                </c:pt>
                <c:pt idx="73">
                  <c:v>585.15374862590977</c:v>
                </c:pt>
                <c:pt idx="74">
                  <c:v>584.36149490921446</c:v>
                </c:pt>
                <c:pt idx="75">
                  <c:v>583.56461971250405</c:v>
                </c:pt>
                <c:pt idx="76">
                  <c:v>582.76309607715075</c:v>
                </c:pt>
                <c:pt idx="77">
                  <c:v>581.95689688725247</c:v>
                </c:pt>
                <c:pt idx="78">
                  <c:v>581.14599486874897</c:v>
                </c:pt>
                <c:pt idx="79">
                  <c:v>580.33036258847039</c:v>
                </c:pt>
                <c:pt idx="80">
                  <c:v>579.50997245322367</c:v>
                </c:pt>
                <c:pt idx="81">
                  <c:v>578.68479670885631</c:v>
                </c:pt>
                <c:pt idx="82">
                  <c:v>577.85480743931009</c:v>
                </c:pt>
                <c:pt idx="83">
                  <c:v>577.01997656569472</c:v>
                </c:pt>
                <c:pt idx="84">
                  <c:v>576.18027584531342</c:v>
                </c:pt>
                <c:pt idx="85">
                  <c:v>575.33567687073139</c:v>
                </c:pt>
                <c:pt idx="86">
                  <c:v>574.48615106879811</c:v>
                </c:pt>
                <c:pt idx="87">
                  <c:v>573.63166969968643</c:v>
                </c:pt>
                <c:pt idx="88">
                  <c:v>572.77220385592148</c:v>
                </c:pt>
                <c:pt idx="89">
                  <c:v>571.90772446140147</c:v>
                </c:pt>
                <c:pt idx="90">
                  <c:v>571.03820227041399</c:v>
                </c:pt>
                <c:pt idx="91">
                  <c:v>570.16360786664552</c:v>
                </c:pt>
                <c:pt idx="92">
                  <c:v>569.28391166219012</c:v>
                </c:pt>
                <c:pt idx="93">
                  <c:v>568.39908389653772</c:v>
                </c:pt>
                <c:pt idx="94">
                  <c:v>567.5090946355881</c:v>
                </c:pt>
                <c:pt idx="95">
                  <c:v>566.61391377061761</c:v>
                </c:pt>
                <c:pt idx="96">
                  <c:v>565.71351101726555</c:v>
                </c:pt>
                <c:pt idx="97">
                  <c:v>564.8078559145182</c:v>
                </c:pt>
                <c:pt idx="98">
                  <c:v>563.89691782367447</c:v>
                </c:pt>
                <c:pt idx="99">
                  <c:v>562.98066592730004</c:v>
                </c:pt>
                <c:pt idx="100">
                  <c:v>562.0590692281977</c:v>
                </c:pt>
                <c:pt idx="101">
                  <c:v>561.13209654834804</c:v>
                </c:pt>
                <c:pt idx="102">
                  <c:v>560.19971652786967</c:v>
                </c:pt>
                <c:pt idx="103">
                  <c:v>559.26189762393346</c:v>
                </c:pt>
                <c:pt idx="104">
                  <c:v>558.31860810972648</c:v>
                </c:pt>
                <c:pt idx="105">
                  <c:v>557.36981607335417</c:v>
                </c:pt>
                <c:pt idx="106">
                  <c:v>556.41548941676922</c:v>
                </c:pt>
                <c:pt idx="107">
                  <c:v>555.45559585468743</c:v>
                </c:pt>
                <c:pt idx="108">
                  <c:v>554.49010291349339</c:v>
                </c:pt>
                <c:pt idx="109">
                  <c:v>553.51897793014439</c:v>
                </c:pt>
                <c:pt idx="110">
                  <c:v>552.5421880510554</c:v>
                </c:pt>
                <c:pt idx="111">
                  <c:v>551.55970023100804</c:v>
                </c:pt>
                <c:pt idx="112">
                  <c:v>550.57148123200875</c:v>
                </c:pt>
                <c:pt idx="113">
                  <c:v>549.57749762218305</c:v>
                </c:pt>
                <c:pt idx="114">
                  <c:v>548.57771577463302</c:v>
                </c:pt>
                <c:pt idx="115">
                  <c:v>547.57210186630493</c:v>
                </c:pt>
                <c:pt idx="116">
                  <c:v>546.5606218768454</c:v>
                </c:pt>
                <c:pt idx="117">
                  <c:v>545.5432415874476</c:v>
                </c:pt>
                <c:pt idx="118">
                  <c:v>544.51992657969663</c:v>
                </c:pt>
                <c:pt idx="119">
                  <c:v>543.49064223439802</c:v>
                </c:pt>
                <c:pt idx="120">
                  <c:v>542.45535373041798</c:v>
                </c:pt>
                <c:pt idx="121">
                  <c:v>541.41402604349798</c:v>
                </c:pt>
                <c:pt idx="122">
                  <c:v>540.36662394507186</c:v>
                </c:pt>
                <c:pt idx="123">
                  <c:v>539.31311200107336</c:v>
                </c:pt>
                <c:pt idx="124">
                  <c:v>538.25345457073354</c:v>
                </c:pt>
                <c:pt idx="125">
                  <c:v>537.18761580538296</c:v>
                </c:pt>
                <c:pt idx="126">
                  <c:v>536.11555964723505</c:v>
                </c:pt>
                <c:pt idx="127">
                  <c:v>535.03724982816448</c:v>
                </c:pt>
                <c:pt idx="128">
                  <c:v>533.95264986848247</c:v>
                </c:pt>
                <c:pt idx="129">
                  <c:v>532.86172307570246</c:v>
                </c:pt>
                <c:pt idx="130">
                  <c:v>531.76443254329854</c:v>
                </c:pt>
                <c:pt idx="131">
                  <c:v>530.66074114945434</c:v>
                </c:pt>
                <c:pt idx="132">
                  <c:v>529.55061155581336</c:v>
                </c:pt>
                <c:pt idx="133">
                  <c:v>528.43400620620935</c:v>
                </c:pt>
                <c:pt idx="134">
                  <c:v>527.31088732539945</c:v>
                </c:pt>
                <c:pt idx="135">
                  <c:v>526.18121691778458</c:v>
                </c:pt>
                <c:pt idx="136">
                  <c:v>525.04495676612555</c:v>
                </c:pt>
                <c:pt idx="137">
                  <c:v>523.90206843024748</c:v>
                </c:pt>
                <c:pt idx="138">
                  <c:v>522.75251324574526</c:v>
                </c:pt>
                <c:pt idx="139">
                  <c:v>521.59625232266603</c:v>
                </c:pt>
                <c:pt idx="140">
                  <c:v>520.43324654420201</c:v>
                </c:pt>
                <c:pt idx="141">
                  <c:v>519.26345656536364</c:v>
                </c:pt>
                <c:pt idx="142">
                  <c:v>518.08684281164881</c:v>
                </c:pt>
                <c:pt idx="143">
                  <c:v>516.90336547770391</c:v>
                </c:pt>
                <c:pt idx="144">
                  <c:v>515.7129845259775</c:v>
                </c:pt>
                <c:pt idx="145">
                  <c:v>514.51565968536499</c:v>
                </c:pt>
                <c:pt idx="146">
                  <c:v>513.3113504498516</c:v>
                </c:pt>
                <c:pt idx="147">
                  <c:v>512.10001607713059</c:v>
                </c:pt>
                <c:pt idx="148">
                  <c:v>510.88161558723226</c:v>
                </c:pt>
                <c:pt idx="149">
                  <c:v>509.65610776114499</c:v>
                </c:pt>
                <c:pt idx="150">
                  <c:v>508.42345113940632</c:v>
                </c:pt>
                <c:pt idx="151">
                  <c:v>507.18360402070709</c:v>
                </c:pt>
                <c:pt idx="152">
                  <c:v>505.9365244604794</c:v>
                </c:pt>
                <c:pt idx="153">
                  <c:v>504.68217026948764</c:v>
                </c:pt>
                <c:pt idx="154">
                  <c:v>503.42049901237925</c:v>
                </c:pt>
                <c:pt idx="155">
                  <c:v>502.15146800627269</c:v>
                </c:pt>
                <c:pt idx="156">
                  <c:v>500.8750343192965</c:v>
                </c:pt>
                <c:pt idx="157">
                  <c:v>499.59115476914548</c:v>
                </c:pt>
                <c:pt idx="158">
                  <c:v>498.29978592161939</c:v>
                </c:pt>
                <c:pt idx="159">
                  <c:v>497.00088408915087</c:v>
                </c:pt>
                <c:pt idx="160">
                  <c:v>495.69440532932475</c:v>
                </c:pt>
                <c:pt idx="161">
                  <c:v>494.38030544339864</c:v>
                </c:pt>
                <c:pt idx="162">
                  <c:v>493.05853997480563</c:v>
                </c:pt>
                <c:pt idx="163">
                  <c:v>491.72906420764565</c:v>
                </c:pt>
                <c:pt idx="164">
                  <c:v>490.39183316517699</c:v>
                </c:pt>
                <c:pt idx="165">
                  <c:v>489.04680160829469</c:v>
                </c:pt>
                <c:pt idx="166">
                  <c:v>487.69392403399712</c:v>
                </c:pt>
                <c:pt idx="167">
                  <c:v>486.33315467384926</c:v>
                </c:pt>
                <c:pt idx="168">
                  <c:v>484.96444749243386</c:v>
                </c:pt>
                <c:pt idx="169">
                  <c:v>483.58775618579358</c:v>
                </c:pt>
                <c:pt idx="170">
                  <c:v>482.20303417986452</c:v>
                </c:pt>
                <c:pt idx="171">
                  <c:v>480.81023462890084</c:v>
                </c:pt>
                <c:pt idx="172">
                  <c:v>479.40931041388927</c:v>
                </c:pt>
                <c:pt idx="173">
                  <c:v>478.00021414095812</c:v>
                </c:pt>
                <c:pt idx="174">
                  <c:v>476.58289813976893</c:v>
                </c:pt>
                <c:pt idx="175">
                  <c:v>475.15731446190324</c:v>
                </c:pt>
                <c:pt idx="176">
                  <c:v>473.72341487925149</c:v>
                </c:pt>
                <c:pt idx="177">
                  <c:v>472.28115088236763</c:v>
                </c:pt>
                <c:pt idx="178">
                  <c:v>470.83047367883518</c:v>
                </c:pt>
                <c:pt idx="179">
                  <c:v>469.37133419161529</c:v>
                </c:pt>
                <c:pt idx="180">
                  <c:v>467.90368305738696</c:v>
                </c:pt>
                <c:pt idx="181">
                  <c:v>466.4274706248757</c:v>
                </c:pt>
                <c:pt idx="182">
                  <c:v>464.94264695317429</c:v>
                </c:pt>
                <c:pt idx="183">
                  <c:v>463.44916181005578</c:v>
                </c:pt>
                <c:pt idx="184">
                  <c:v>461.94696467026773</c:v>
                </c:pt>
                <c:pt idx="185">
                  <c:v>460.43600471383127</c:v>
                </c:pt>
                <c:pt idx="186">
                  <c:v>458.91623082431585</c:v>
                </c:pt>
                <c:pt idx="187">
                  <c:v>457.38759158711156</c:v>
                </c:pt>
                <c:pt idx="188">
                  <c:v>455.85003528768948</c:v>
                </c:pt>
                <c:pt idx="189">
                  <c:v>454.30350990985556</c:v>
                </c:pt>
                <c:pt idx="190">
                  <c:v>452.74796313398446</c:v>
                </c:pt>
                <c:pt idx="191">
                  <c:v>451.18334233525235</c:v>
                </c:pt>
                <c:pt idx="192">
                  <c:v>449.60959458186232</c:v>
                </c:pt>
                <c:pt idx="193">
                  <c:v>448.02666663324362</c:v>
                </c:pt>
                <c:pt idx="194">
                  <c:v>446.43450493825662</c:v>
                </c:pt>
                <c:pt idx="195">
                  <c:v>444.83305563338428</c:v>
                </c:pt>
                <c:pt idx="196">
                  <c:v>443.22226454089929</c:v>
                </c:pt>
                <c:pt idx="197">
                  <c:v>441.60207716704201</c:v>
                </c:pt>
                <c:pt idx="198">
                  <c:v>439.9724387001695</c:v>
                </c:pt>
                <c:pt idx="199">
                  <c:v>438.33329400890824</c:v>
                </c:pt>
                <c:pt idx="200">
                  <c:v>436.68458764028065</c:v>
                </c:pt>
                <c:pt idx="201">
                  <c:v>435.02626381783631</c:v>
                </c:pt>
                <c:pt idx="202">
                  <c:v>433.35826643976185</c:v>
                </c:pt>
                <c:pt idx="203">
                  <c:v>431.6805390769789</c:v>
                </c:pt>
                <c:pt idx="204">
                  <c:v>429.99302497124847</c:v>
                </c:pt>
                <c:pt idx="205">
                  <c:v>428.29566703323547</c:v>
                </c:pt>
                <c:pt idx="206">
                  <c:v>426.58840784058236</c:v>
                </c:pt>
                <c:pt idx="207">
                  <c:v>424.87118963597368</c:v>
                </c:pt>
                <c:pt idx="208">
                  <c:v>423.14395432517068</c:v>
                </c:pt>
                <c:pt idx="209">
                  <c:v>421.40664347505464</c:v>
                </c:pt>
                <c:pt idx="210">
                  <c:v>419.65919831164632</c:v>
                </c:pt>
                <c:pt idx="211">
                  <c:v>417.90155971811669</c:v>
                </c:pt>
                <c:pt idx="212">
                  <c:v>416.13366823279415</c:v>
                </c:pt>
                <c:pt idx="213">
                  <c:v>414.35546404713926</c:v>
                </c:pt>
                <c:pt idx="214">
                  <c:v>412.56688700373547</c:v>
                </c:pt>
                <c:pt idx="215">
                  <c:v>410.76787659424372</c:v>
                </c:pt>
                <c:pt idx="216">
                  <c:v>408.95837195736323</c:v>
                </c:pt>
                <c:pt idx="217">
                  <c:v>407.13831187676897</c:v>
                </c:pt>
                <c:pt idx="218">
                  <c:v>405.3076347790373</c:v>
                </c:pt>
                <c:pt idx="219">
                  <c:v>403.46627873156865</c:v>
                </c:pt>
                <c:pt idx="220">
                  <c:v>401.61418144049003</c:v>
                </c:pt>
                <c:pt idx="221">
                  <c:v>399.75128024854666</c:v>
                </c:pt>
                <c:pt idx="222">
                  <c:v>397.87751213298367</c:v>
                </c:pt>
                <c:pt idx="223">
                  <c:v>395.99281370341322</c:v>
                </c:pt>
                <c:pt idx="224">
                  <c:v>394.09712119967026</c:v>
                </c:pt>
                <c:pt idx="225">
                  <c:v>392.19037048965544</c:v>
                </c:pt>
                <c:pt idx="226">
                  <c:v>390.2724970671656</c:v>
                </c:pt>
                <c:pt idx="227">
                  <c:v>388.34343604971178</c:v>
                </c:pt>
                <c:pt idx="228">
                  <c:v>386.40312217632174</c:v>
                </c:pt>
                <c:pt idx="229">
                  <c:v>384.45148980533736</c:v>
                </c:pt>
                <c:pt idx="230">
                  <c:v>382.48847291218783</c:v>
                </c:pt>
                <c:pt idx="231">
                  <c:v>380.51400508716392</c:v>
                </c:pt>
                <c:pt idx="232">
                  <c:v>378.52801953315929</c:v>
                </c:pt>
                <c:pt idx="233">
                  <c:v>376.53044906342342</c:v>
                </c:pt>
                <c:pt idx="234">
                  <c:v>374.52122609928023</c:v>
                </c:pt>
                <c:pt idx="235">
                  <c:v>372.50028266784744</c:v>
                </c:pt>
                <c:pt idx="236">
                  <c:v>370.4675503997297</c:v>
                </c:pt>
                <c:pt idx="237">
                  <c:v>368.42296052671531</c:v>
                </c:pt>
                <c:pt idx="238">
                  <c:v>366.36644387944239</c:v>
                </c:pt>
                <c:pt idx="239">
                  <c:v>364.2979308850588</c:v>
                </c:pt>
                <c:pt idx="240">
                  <c:v>362.21735156487529</c:v>
                </c:pt>
                <c:pt idx="241">
                  <c:v>360.12463553199132</c:v>
                </c:pt>
                <c:pt idx="242">
                  <c:v>358.01971198891391</c:v>
                </c:pt>
                <c:pt idx="243">
                  <c:v>355.90250972516998</c:v>
                </c:pt>
                <c:pt idx="244">
                  <c:v>353.77295711488796</c:v>
                </c:pt>
                <c:pt idx="245">
                  <c:v>351.63098211437926</c:v>
                </c:pt>
                <c:pt idx="246">
                  <c:v>349.47651225969804</c:v>
                </c:pt>
                <c:pt idx="247">
                  <c:v>347.30947466420201</c:v>
                </c:pt>
                <c:pt idx="248">
                  <c:v>345.12979601606332</c:v>
                </c:pt>
                <c:pt idx="249">
                  <c:v>342.93740257581084</c:v>
                </c:pt>
                <c:pt idx="250">
                  <c:v>340.7322201738242</c:v>
                </c:pt>
                <c:pt idx="251">
                  <c:v>338.51417420782423</c:v>
                </c:pt>
                <c:pt idx="252">
                  <c:v>336.28318964035725</c:v>
                </c:pt>
                <c:pt idx="253">
                  <c:v>334.03919099624665</c:v>
                </c:pt>
                <c:pt idx="254">
                  <c:v>331.78210236004526</c:v>
                </c:pt>
                <c:pt idx="255">
                  <c:v>329.51184737346688</c:v>
                </c:pt>
                <c:pt idx="256">
                  <c:v>327.2283492327976</c:v>
                </c:pt>
                <c:pt idx="257">
                  <c:v>324.93153068630943</c:v>
                </c:pt>
                <c:pt idx="258">
                  <c:v>322.62131403163369</c:v>
                </c:pt>
                <c:pt idx="259">
                  <c:v>320.29762111313931</c:v>
                </c:pt>
                <c:pt idx="260">
                  <c:v>317.96037331928625</c:v>
                </c:pt>
                <c:pt idx="261">
                  <c:v>315.60949157997004</c:v>
                </c:pt>
                <c:pt idx="262">
                  <c:v>313.24489636384044</c:v>
                </c:pt>
                <c:pt idx="263">
                  <c:v>310.86650767561565</c:v>
                </c:pt>
                <c:pt idx="264">
                  <c:v>308.47424505337722</c:v>
                </c:pt>
                <c:pt idx="265">
                  <c:v>306.06802756584239</c:v>
                </c:pt>
                <c:pt idx="266">
                  <c:v>303.64777380963091</c:v>
                </c:pt>
                <c:pt idx="267">
                  <c:v>301.21340190650693</c:v>
                </c:pt>
                <c:pt idx="268">
                  <c:v>298.76482950061535</c:v>
                </c:pt>
                <c:pt idx="269">
                  <c:v>296.30197375568855</c:v>
                </c:pt>
                <c:pt idx="270">
                  <c:v>293.82475135225133</c:v>
                </c:pt>
                <c:pt idx="271">
                  <c:v>291.33307848479325</c:v>
                </c:pt>
                <c:pt idx="272">
                  <c:v>288.82687085894173</c:v>
                </c:pt>
                <c:pt idx="273">
                  <c:v>286.30604368860605</c:v>
                </c:pt>
                <c:pt idx="274">
                  <c:v>283.77051169311005</c:v>
                </c:pt>
                <c:pt idx="275">
                  <c:v>281.22018909430705</c:v>
                </c:pt>
                <c:pt idx="276">
                  <c:v>278.65498961367848</c:v>
                </c:pt>
                <c:pt idx="277">
                  <c:v>276.07482646941185</c:v>
                </c:pt>
                <c:pt idx="278">
                  <c:v>273.47961237346988</c:v>
                </c:pt>
                <c:pt idx="279">
                  <c:v>270.86925952863561</c:v>
                </c:pt>
                <c:pt idx="280">
                  <c:v>268.24367962553981</c:v>
                </c:pt>
                <c:pt idx="281">
                  <c:v>265.60278383967682</c:v>
                </c:pt>
                <c:pt idx="282">
                  <c:v>262.94648282839449</c:v>
                </c:pt>
                <c:pt idx="283">
                  <c:v>260.27468672788058</c:v>
                </c:pt>
                <c:pt idx="284">
                  <c:v>257.58730515011365</c:v>
                </c:pt>
                <c:pt idx="285">
                  <c:v>254.88424717981007</c:v>
                </c:pt>
                <c:pt idx="286">
                  <c:v>252.16542137134593</c:v>
                </c:pt>
                <c:pt idx="287">
                  <c:v>249.43073574566588</c:v>
                </c:pt>
                <c:pt idx="288">
                  <c:v>246.68009778716944</c:v>
                </c:pt>
                <c:pt idx="289">
                  <c:v>243.91341444058173</c:v>
                </c:pt>
                <c:pt idx="290">
                  <c:v>241.13059210780528</c:v>
                </c:pt>
                <c:pt idx="291">
                  <c:v>238.331536644755</c:v>
                </c:pt>
                <c:pt idx="292">
                  <c:v>235.51615335816982</c:v>
                </c:pt>
                <c:pt idx="293">
                  <c:v>232.68434700241363</c:v>
                </c:pt>
                <c:pt idx="294">
                  <c:v>229.83602177624752</c:v>
                </c:pt>
                <c:pt idx="295">
                  <c:v>226.97108131959621</c:v>
                </c:pt>
                <c:pt idx="296">
                  <c:v>224.08942871028123</c:v>
                </c:pt>
                <c:pt idx="297">
                  <c:v>221.1909664607447</c:v>
                </c:pt>
                <c:pt idx="298">
                  <c:v>218.27559651475238</c:v>
                </c:pt>
                <c:pt idx="299">
                  <c:v>215.34322024407598</c:v>
                </c:pt>
                <c:pt idx="300">
                  <c:v>212.39373844515364</c:v>
                </c:pt>
                <c:pt idx="301">
                  <c:v>209.42705133573764</c:v>
                </c:pt>
                <c:pt idx="302">
                  <c:v>206.44305855151632</c:v>
                </c:pt>
                <c:pt idx="303">
                  <c:v>203.44165914272079</c:v>
                </c:pt>
                <c:pt idx="304">
                  <c:v>200.42275157070711</c:v>
                </c:pt>
                <c:pt idx="305">
                  <c:v>197.3862337045237</c:v>
                </c:pt>
                <c:pt idx="306">
                  <c:v>194.33200281745422</c:v>
                </c:pt>
                <c:pt idx="307">
                  <c:v>191.25995558354194</c:v>
                </c:pt>
                <c:pt idx="308">
                  <c:v>188.16998807410002</c:v>
                </c:pt>
                <c:pt idx="309">
                  <c:v>185.06199575418611</c:v>
                </c:pt>
                <c:pt idx="310">
                  <c:v>181.93587347907265</c:v>
                </c:pt>
                <c:pt idx="311">
                  <c:v>178.79151549068777</c:v>
                </c:pt>
                <c:pt idx="312">
                  <c:v>175.6288154140376</c:v>
                </c:pt>
                <c:pt idx="313">
                  <c:v>172.4476662536066</c:v>
                </c:pt>
                <c:pt idx="314">
                  <c:v>169.24796038973977</c:v>
                </c:pt>
                <c:pt idx="315">
                  <c:v>166.02958957500036</c:v>
                </c:pt>
                <c:pt idx="316">
                  <c:v>162.79244493050834</c:v>
                </c:pt>
                <c:pt idx="317">
                  <c:v>159.53641694225723</c:v>
                </c:pt>
                <c:pt idx="318">
                  <c:v>156.26139545740727</c:v>
                </c:pt>
                <c:pt idx="319">
                  <c:v>152.96726968056242</c:v>
                </c:pt>
                <c:pt idx="320">
                  <c:v>149.65392817001961</c:v>
                </c:pt>
                <c:pt idx="321">
                  <c:v>146.32125883399874</c:v>
                </c:pt>
                <c:pt idx="322">
                  <c:v>142.96914892685055</c:v>
                </c:pt>
                <c:pt idx="323">
                  <c:v>139.59748504524441</c:v>
                </c:pt>
                <c:pt idx="324">
                  <c:v>136.20615312432798</c:v>
                </c:pt>
                <c:pt idx="325">
                  <c:v>132.79503843387445</c:v>
                </c:pt>
                <c:pt idx="326">
                  <c:v>129.3640255743922</c:v>
                </c:pt>
                <c:pt idx="327">
                  <c:v>125.91299847323029</c:v>
                </c:pt>
                <c:pt idx="328">
                  <c:v>122.44184038064459</c:v>
                </c:pt>
                <c:pt idx="329">
                  <c:v>118.95043386585219</c:v>
                </c:pt>
                <c:pt idx="330">
                  <c:v>115.43866081305664</c:v>
                </c:pt>
                <c:pt idx="331">
                  <c:v>111.90640241745317</c:v>
                </c:pt>
                <c:pt idx="332">
                  <c:v>108.35353918120904</c:v>
                </c:pt>
                <c:pt idx="333">
                  <c:v>104.77995090941991</c:v>
                </c:pt>
                <c:pt idx="334">
                  <c:v>101.18551670604531</c:v>
                </c:pt>
                <c:pt idx="335">
                  <c:v>97.570114969817979</c:v>
                </c:pt>
                <c:pt idx="336">
                  <c:v>93.933623390128972</c:v>
                </c:pt>
                <c:pt idx="337">
                  <c:v>90.275918942891408</c:v>
                </c:pt>
                <c:pt idx="338">
                  <c:v>86.596877886379048</c:v>
                </c:pt>
                <c:pt idx="339">
                  <c:v>82.896375757036438</c:v>
                </c:pt>
                <c:pt idx="340">
                  <c:v>79.174287365273244</c:v>
                </c:pt>
                <c:pt idx="341">
                  <c:v>75.430486791224453</c:v>
                </c:pt>
                <c:pt idx="342">
                  <c:v>71.664847380493541</c:v>
                </c:pt>
                <c:pt idx="343">
                  <c:v>67.877241739867117</c:v>
                </c:pt>
                <c:pt idx="344">
                  <c:v>64.067541733003452</c:v>
                </c:pt>
                <c:pt idx="345">
                  <c:v>60.235618476099887</c:v>
                </c:pt>
                <c:pt idx="346">
                  <c:v>56.381342333530853</c:v>
                </c:pt>
                <c:pt idx="347">
                  <c:v>52.504582913463544</c:v>
                </c:pt>
                <c:pt idx="348">
                  <c:v>48.605209063445926</c:v>
                </c:pt>
                <c:pt idx="349">
                  <c:v>44.683088865969836</c:v>
                </c:pt>
                <c:pt idx="350">
                  <c:v>40.738089634008467</c:v>
                </c:pt>
                <c:pt idx="351">
                  <c:v>36.770077906527362</c:v>
                </c:pt>
                <c:pt idx="352">
                  <c:v>32.778919443969293</c:v>
                </c:pt>
                <c:pt idx="353">
                  <c:v>28.764479223712829</c:v>
                </c:pt>
                <c:pt idx="354">
                  <c:v>24.726621435504921</c:v>
                </c:pt>
                <c:pt idx="355">
                  <c:v>20.665209476865826</c:v>
                </c:pt>
                <c:pt idx="356">
                  <c:v>16.580105948468074</c:v>
                </c:pt>
                <c:pt idx="357">
                  <c:v>12.471172649487952</c:v>
                </c:pt>
                <c:pt idx="358">
                  <c:v>8.3382705729304032</c:v>
                </c:pt>
                <c:pt idx="359">
                  <c:v>4.1812599009263334</c:v>
                </c:pt>
              </c:numCache>
            </c:numRef>
          </c:val>
        </c:ser>
        <c:ser>
          <c:idx val="1"/>
          <c:order val="1"/>
          <c:tx>
            <c:strRef>
              <c:f>GPM!$E$22</c:f>
              <c:strCache>
                <c:ptCount val="1"/>
                <c:pt idx="0">
                  <c:v>Principal</c:v>
                </c:pt>
              </c:strCache>
            </c:strRef>
          </c:tx>
          <c:spPr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GPM!$A$23:$A$382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GPM!$E$23:$E$382</c:f>
              <c:numCache>
                <c:formatCode>"$"#,##0.00_);[Red]\("$"#,##0.00\)</c:formatCode>
                <c:ptCount val="360"/>
                <c:pt idx="0">
                  <c:v>-184.15183622582381</c:v>
                </c:pt>
                <c:pt idx="1">
                  <c:v>-185.22605527047438</c:v>
                </c:pt>
                <c:pt idx="2">
                  <c:v>-186.30654059288543</c:v>
                </c:pt>
                <c:pt idx="3">
                  <c:v>-187.39332874634397</c:v>
                </c:pt>
                <c:pt idx="4">
                  <c:v>-188.48645649736466</c:v>
                </c:pt>
                <c:pt idx="5">
                  <c:v>-189.58596082693225</c:v>
                </c:pt>
                <c:pt idx="6">
                  <c:v>-190.69187893175615</c:v>
                </c:pt>
                <c:pt idx="7">
                  <c:v>-191.80424822552484</c:v>
                </c:pt>
                <c:pt idx="8">
                  <c:v>-192.92310634017397</c:v>
                </c:pt>
                <c:pt idx="9">
                  <c:v>-194.04849112715792</c:v>
                </c:pt>
                <c:pt idx="10">
                  <c:v>-195.18044065873372</c:v>
                </c:pt>
                <c:pt idx="11">
                  <c:v>-196.31899322924176</c:v>
                </c:pt>
                <c:pt idx="12">
                  <c:v>-130.93393783849521</c:v>
                </c:pt>
                <c:pt idx="13">
                  <c:v>-131.69771914255256</c:v>
                </c:pt>
                <c:pt idx="14">
                  <c:v>-132.46595583755078</c:v>
                </c:pt>
                <c:pt idx="15">
                  <c:v>-133.23867391326979</c:v>
                </c:pt>
                <c:pt idx="16">
                  <c:v>-134.01589951109719</c:v>
                </c:pt>
                <c:pt idx="17">
                  <c:v>-134.7976589249115</c:v>
                </c:pt>
                <c:pt idx="18">
                  <c:v>-135.58397860197391</c:v>
                </c:pt>
                <c:pt idx="19">
                  <c:v>-136.37488514381829</c:v>
                </c:pt>
                <c:pt idx="20">
                  <c:v>-137.17040530715775</c:v>
                </c:pt>
                <c:pt idx="21">
                  <c:v>-137.97056600478251</c:v>
                </c:pt>
                <c:pt idx="22">
                  <c:v>-138.77539430647738</c:v>
                </c:pt>
                <c:pt idx="23">
                  <c:v>-139.58491743993181</c:v>
                </c:pt>
                <c:pt idx="24">
                  <c:v>-73.868913273746443</c:v>
                </c:pt>
                <c:pt idx="25">
                  <c:v>-74.299815267843471</c:v>
                </c:pt>
                <c:pt idx="26">
                  <c:v>-74.733230856905678</c:v>
                </c:pt>
                <c:pt idx="27">
                  <c:v>-75.169174703570988</c:v>
                </c:pt>
                <c:pt idx="28">
                  <c:v>-75.607661556008452</c:v>
                </c:pt>
                <c:pt idx="29">
                  <c:v>-76.048706248418512</c:v>
                </c:pt>
                <c:pt idx="30">
                  <c:v>-76.492323701534247</c:v>
                </c:pt>
                <c:pt idx="31">
                  <c:v>-76.938528923126455</c:v>
                </c:pt>
                <c:pt idx="32">
                  <c:v>-77.387337008511125</c:v>
                </c:pt>
                <c:pt idx="33">
                  <c:v>-77.838763141061108</c:v>
                </c:pt>
                <c:pt idx="34">
                  <c:v>-78.292822592717243</c:v>
                </c:pt>
                <c:pt idx="35">
                  <c:v>-78.749530724508077</c:v>
                </c:pt>
                <c:pt idx="36">
                  <c:v>109.51777235750458</c:v>
                </c:pt>
                <c:pt idx="37">
                  <c:v>110.15662602959037</c:v>
                </c:pt>
                <c:pt idx="38">
                  <c:v>110.79920634809639</c:v>
                </c:pt>
                <c:pt idx="39">
                  <c:v>111.44553505179351</c:v>
                </c:pt>
                <c:pt idx="40">
                  <c:v>112.09563400626234</c:v>
                </c:pt>
                <c:pt idx="41">
                  <c:v>112.74952520463253</c:v>
                </c:pt>
                <c:pt idx="42">
                  <c:v>113.40723076832609</c:v>
                </c:pt>
                <c:pt idx="43">
                  <c:v>114.06877294780766</c:v>
                </c:pt>
                <c:pt idx="44">
                  <c:v>114.73417412333674</c:v>
                </c:pt>
                <c:pt idx="45">
                  <c:v>115.40345680572284</c:v>
                </c:pt>
                <c:pt idx="46">
                  <c:v>116.07664363708965</c:v>
                </c:pt>
                <c:pt idx="47">
                  <c:v>116.75375739163913</c:v>
                </c:pt>
                <c:pt idx="48">
                  <c:v>117.43482097642378</c:v>
                </c:pt>
                <c:pt idx="49">
                  <c:v>118.11985743211955</c:v>
                </c:pt>
                <c:pt idx="50">
                  <c:v>118.808889933807</c:v>
                </c:pt>
                <c:pt idx="51">
                  <c:v>119.50194179175421</c:v>
                </c:pt>
                <c:pt idx="52">
                  <c:v>120.19903645220595</c:v>
                </c:pt>
                <c:pt idx="53">
                  <c:v>120.90019749817752</c:v>
                </c:pt>
                <c:pt idx="54">
                  <c:v>121.60544865024981</c:v>
                </c:pt>
                <c:pt idx="55">
                  <c:v>122.31481376737673</c:v>
                </c:pt>
                <c:pt idx="56">
                  <c:v>123.02831684768583</c:v>
                </c:pt>
                <c:pt idx="57">
                  <c:v>123.74598202929769</c:v>
                </c:pt>
                <c:pt idx="58">
                  <c:v>124.4678335911354</c:v>
                </c:pt>
                <c:pt idx="59">
                  <c:v>125.19389595374999</c:v>
                </c:pt>
                <c:pt idx="60">
                  <c:v>125.9241936801475</c:v>
                </c:pt>
                <c:pt idx="61">
                  <c:v>126.6587514766143</c:v>
                </c:pt>
                <c:pt idx="62">
                  <c:v>127.39759419356145</c:v>
                </c:pt>
                <c:pt idx="63">
                  <c:v>128.14074682635712</c:v>
                </c:pt>
                <c:pt idx="64">
                  <c:v>128.88823451617787</c:v>
                </c:pt>
                <c:pt idx="65">
                  <c:v>129.64008255085517</c:v>
                </c:pt>
                <c:pt idx="66">
                  <c:v>130.39631636573617</c:v>
                </c:pt>
                <c:pt idx="67">
                  <c:v>131.15696154453553</c:v>
                </c:pt>
                <c:pt idx="68">
                  <c:v>131.92204382021234</c:v>
                </c:pt>
                <c:pt idx="69">
                  <c:v>132.69158907582994</c:v>
                </c:pt>
                <c:pt idx="70">
                  <c:v>133.46562334543941</c:v>
                </c:pt>
                <c:pt idx="71">
                  <c:v>134.24417281495371</c:v>
                </c:pt>
                <c:pt idx="72">
                  <c:v>135.02726382304118</c:v>
                </c:pt>
                <c:pt idx="73">
                  <c:v>135.81492286200898</c:v>
                </c:pt>
                <c:pt idx="74">
                  <c:v>136.60717657870407</c:v>
                </c:pt>
                <c:pt idx="75">
                  <c:v>137.40405177541311</c:v>
                </c:pt>
                <c:pt idx="76">
                  <c:v>138.2055754107694</c:v>
                </c:pt>
                <c:pt idx="77">
                  <c:v>139.01177460066592</c:v>
                </c:pt>
                <c:pt idx="78">
                  <c:v>139.82267661916981</c:v>
                </c:pt>
                <c:pt idx="79">
                  <c:v>140.63830889944825</c:v>
                </c:pt>
                <c:pt idx="80">
                  <c:v>141.45869903469543</c:v>
                </c:pt>
                <c:pt idx="81">
                  <c:v>142.28387477906372</c:v>
                </c:pt>
                <c:pt idx="82">
                  <c:v>143.11386404860818</c:v>
                </c:pt>
                <c:pt idx="83">
                  <c:v>143.94869492222563</c:v>
                </c:pt>
                <c:pt idx="84">
                  <c:v>144.78839564260554</c:v>
                </c:pt>
                <c:pt idx="85">
                  <c:v>145.63299461718702</c:v>
                </c:pt>
                <c:pt idx="86">
                  <c:v>146.48252041912087</c:v>
                </c:pt>
                <c:pt idx="87">
                  <c:v>147.33700178823221</c:v>
                </c:pt>
                <c:pt idx="88">
                  <c:v>148.19646763199682</c:v>
                </c:pt>
                <c:pt idx="89">
                  <c:v>149.06094702651683</c:v>
                </c:pt>
                <c:pt idx="90">
                  <c:v>149.93046921750508</c:v>
                </c:pt>
                <c:pt idx="91">
                  <c:v>150.80506362127358</c:v>
                </c:pt>
                <c:pt idx="92">
                  <c:v>151.68475982573102</c:v>
                </c:pt>
                <c:pt idx="93">
                  <c:v>152.56958759138061</c:v>
                </c:pt>
                <c:pt idx="94">
                  <c:v>153.45957685233108</c:v>
                </c:pt>
                <c:pt idx="95">
                  <c:v>154.35475771730273</c:v>
                </c:pt>
                <c:pt idx="96">
                  <c:v>155.25516047065366</c:v>
                </c:pt>
                <c:pt idx="97">
                  <c:v>156.16081557339919</c:v>
                </c:pt>
                <c:pt idx="98">
                  <c:v>157.07175366424337</c:v>
                </c:pt>
                <c:pt idx="99">
                  <c:v>157.98800556061877</c:v>
                </c:pt>
                <c:pt idx="100">
                  <c:v>158.90960225972211</c:v>
                </c:pt>
                <c:pt idx="101">
                  <c:v>159.8365749395704</c:v>
                </c:pt>
                <c:pt idx="102">
                  <c:v>160.76895496005122</c:v>
                </c:pt>
                <c:pt idx="103">
                  <c:v>161.70677386398518</c:v>
                </c:pt>
                <c:pt idx="104">
                  <c:v>162.65006337819182</c:v>
                </c:pt>
                <c:pt idx="105">
                  <c:v>163.59885541456458</c:v>
                </c:pt>
                <c:pt idx="106">
                  <c:v>164.55318207114922</c:v>
                </c:pt>
                <c:pt idx="107">
                  <c:v>165.51307563323076</c:v>
                </c:pt>
                <c:pt idx="108">
                  <c:v>166.47856857442514</c:v>
                </c:pt>
                <c:pt idx="109">
                  <c:v>167.44969355777596</c:v>
                </c:pt>
                <c:pt idx="110">
                  <c:v>168.42648343686301</c:v>
                </c:pt>
                <c:pt idx="111">
                  <c:v>169.4089712569114</c:v>
                </c:pt>
                <c:pt idx="112">
                  <c:v>170.39719025591037</c:v>
                </c:pt>
                <c:pt idx="113">
                  <c:v>171.39117386573648</c:v>
                </c:pt>
                <c:pt idx="114">
                  <c:v>172.3909557132863</c:v>
                </c:pt>
                <c:pt idx="115">
                  <c:v>173.39656962161382</c:v>
                </c:pt>
                <c:pt idx="116">
                  <c:v>174.40804961107366</c:v>
                </c:pt>
                <c:pt idx="117">
                  <c:v>175.42542990047164</c:v>
                </c:pt>
                <c:pt idx="118">
                  <c:v>176.44874490822417</c:v>
                </c:pt>
                <c:pt idx="119">
                  <c:v>177.47802925352187</c:v>
                </c:pt>
                <c:pt idx="120">
                  <c:v>178.51331775750077</c:v>
                </c:pt>
                <c:pt idx="121">
                  <c:v>179.55464544441961</c:v>
                </c:pt>
                <c:pt idx="122">
                  <c:v>180.60204754284541</c:v>
                </c:pt>
                <c:pt idx="123">
                  <c:v>181.65555948684508</c:v>
                </c:pt>
                <c:pt idx="124">
                  <c:v>182.71521691718524</c:v>
                </c:pt>
                <c:pt idx="125">
                  <c:v>183.78105568253557</c:v>
                </c:pt>
                <c:pt idx="126">
                  <c:v>184.85311184068433</c:v>
                </c:pt>
                <c:pt idx="127">
                  <c:v>185.93142165975459</c:v>
                </c:pt>
                <c:pt idx="128">
                  <c:v>187.01602161943617</c:v>
                </c:pt>
                <c:pt idx="129">
                  <c:v>188.10694841221664</c:v>
                </c:pt>
                <c:pt idx="130">
                  <c:v>189.20423894462101</c:v>
                </c:pt>
                <c:pt idx="131">
                  <c:v>190.3079303384649</c:v>
                </c:pt>
                <c:pt idx="132">
                  <c:v>191.41805993210539</c:v>
                </c:pt>
                <c:pt idx="133">
                  <c:v>192.53466528170895</c:v>
                </c:pt>
                <c:pt idx="134">
                  <c:v>193.65778416251931</c:v>
                </c:pt>
                <c:pt idx="135">
                  <c:v>194.78745457013417</c:v>
                </c:pt>
                <c:pt idx="136">
                  <c:v>195.92371472179315</c:v>
                </c:pt>
                <c:pt idx="137">
                  <c:v>197.06660305767068</c:v>
                </c:pt>
                <c:pt idx="138">
                  <c:v>198.21615824217338</c:v>
                </c:pt>
                <c:pt idx="139">
                  <c:v>199.37241916525281</c:v>
                </c:pt>
                <c:pt idx="140">
                  <c:v>200.53542494371681</c:v>
                </c:pt>
                <c:pt idx="141">
                  <c:v>201.70521492255492</c:v>
                </c:pt>
                <c:pt idx="142">
                  <c:v>202.88182867627032</c:v>
                </c:pt>
                <c:pt idx="143">
                  <c:v>204.06530601021527</c:v>
                </c:pt>
                <c:pt idx="144">
                  <c:v>205.25568696194094</c:v>
                </c:pt>
                <c:pt idx="145">
                  <c:v>206.45301180255251</c:v>
                </c:pt>
                <c:pt idx="146">
                  <c:v>207.65732103806741</c:v>
                </c:pt>
                <c:pt idx="147">
                  <c:v>208.86865541078961</c:v>
                </c:pt>
                <c:pt idx="148">
                  <c:v>210.08705590068581</c:v>
                </c:pt>
                <c:pt idx="149">
                  <c:v>211.31256372677265</c:v>
                </c:pt>
                <c:pt idx="150">
                  <c:v>212.54522034851266</c:v>
                </c:pt>
                <c:pt idx="151">
                  <c:v>213.7850674672124</c:v>
                </c:pt>
                <c:pt idx="152">
                  <c:v>215.03214702743824</c:v>
                </c:pt>
                <c:pt idx="153">
                  <c:v>216.28650121843111</c:v>
                </c:pt>
                <c:pt idx="154">
                  <c:v>217.54817247553865</c:v>
                </c:pt>
                <c:pt idx="155">
                  <c:v>218.817203481646</c:v>
                </c:pt>
                <c:pt idx="156">
                  <c:v>220.09363716862225</c:v>
                </c:pt>
                <c:pt idx="157">
                  <c:v>221.37751671877254</c:v>
                </c:pt>
                <c:pt idx="158">
                  <c:v>222.66888556629843</c:v>
                </c:pt>
                <c:pt idx="159">
                  <c:v>223.96778739876873</c:v>
                </c:pt>
                <c:pt idx="160">
                  <c:v>225.27426615859491</c:v>
                </c:pt>
                <c:pt idx="161">
                  <c:v>226.58836604452043</c:v>
                </c:pt>
                <c:pt idx="162">
                  <c:v>227.91013151311321</c:v>
                </c:pt>
                <c:pt idx="163">
                  <c:v>229.23960728027268</c:v>
                </c:pt>
                <c:pt idx="164">
                  <c:v>230.5768383227412</c:v>
                </c:pt>
                <c:pt idx="165">
                  <c:v>231.92186987962424</c:v>
                </c:pt>
                <c:pt idx="166">
                  <c:v>233.27474745392163</c:v>
                </c:pt>
                <c:pt idx="167">
                  <c:v>234.63551681406943</c:v>
                </c:pt>
                <c:pt idx="168">
                  <c:v>236.00422399548489</c:v>
                </c:pt>
                <c:pt idx="169">
                  <c:v>237.38091530212552</c:v>
                </c:pt>
                <c:pt idx="170">
                  <c:v>238.76563730805424</c:v>
                </c:pt>
                <c:pt idx="171">
                  <c:v>240.15843685901854</c:v>
                </c:pt>
                <c:pt idx="172">
                  <c:v>241.55936107402852</c:v>
                </c:pt>
                <c:pt idx="173">
                  <c:v>242.96845734696103</c:v>
                </c:pt>
                <c:pt idx="174">
                  <c:v>244.38577334815119</c:v>
                </c:pt>
                <c:pt idx="175">
                  <c:v>245.81135702601546</c:v>
                </c:pt>
                <c:pt idx="176">
                  <c:v>247.24525660866718</c:v>
                </c:pt>
                <c:pt idx="177">
                  <c:v>248.68752060555113</c:v>
                </c:pt>
                <c:pt idx="178">
                  <c:v>250.13819780908403</c:v>
                </c:pt>
                <c:pt idx="179">
                  <c:v>251.59733729630324</c:v>
                </c:pt>
                <c:pt idx="180">
                  <c:v>253.06498843053168</c:v>
                </c:pt>
                <c:pt idx="181">
                  <c:v>254.54120086304306</c:v>
                </c:pt>
                <c:pt idx="182">
                  <c:v>256.02602453474418</c:v>
                </c:pt>
                <c:pt idx="183">
                  <c:v>257.51950967786348</c:v>
                </c:pt>
                <c:pt idx="184">
                  <c:v>259.0217068176504</c:v>
                </c:pt>
                <c:pt idx="185">
                  <c:v>260.53266677408726</c:v>
                </c:pt>
                <c:pt idx="186">
                  <c:v>262.05244066360376</c:v>
                </c:pt>
                <c:pt idx="187">
                  <c:v>263.58107990080669</c:v>
                </c:pt>
                <c:pt idx="188">
                  <c:v>265.11863620022854</c:v>
                </c:pt>
                <c:pt idx="189">
                  <c:v>266.66516157806331</c:v>
                </c:pt>
                <c:pt idx="190">
                  <c:v>268.22070835393521</c:v>
                </c:pt>
                <c:pt idx="191">
                  <c:v>269.78532915266629</c:v>
                </c:pt>
                <c:pt idx="192">
                  <c:v>271.35907690605717</c:v>
                </c:pt>
                <c:pt idx="193">
                  <c:v>272.94200485467564</c:v>
                </c:pt>
                <c:pt idx="194">
                  <c:v>274.53416654966139</c:v>
                </c:pt>
                <c:pt idx="195">
                  <c:v>276.13561585453425</c:v>
                </c:pt>
                <c:pt idx="196">
                  <c:v>277.74640694701844</c:v>
                </c:pt>
                <c:pt idx="197">
                  <c:v>279.36659432087686</c:v>
                </c:pt>
                <c:pt idx="198">
                  <c:v>280.99623278774823</c:v>
                </c:pt>
                <c:pt idx="199">
                  <c:v>282.63537747901029</c:v>
                </c:pt>
                <c:pt idx="200">
                  <c:v>284.28408384763793</c:v>
                </c:pt>
                <c:pt idx="201">
                  <c:v>285.9424076700825</c:v>
                </c:pt>
                <c:pt idx="202">
                  <c:v>287.61040504815804</c:v>
                </c:pt>
                <c:pt idx="203">
                  <c:v>289.28813241093815</c:v>
                </c:pt>
                <c:pt idx="204">
                  <c:v>290.97564651666926</c:v>
                </c:pt>
                <c:pt idx="205">
                  <c:v>292.67300445468254</c:v>
                </c:pt>
                <c:pt idx="206">
                  <c:v>294.38026364733571</c:v>
                </c:pt>
                <c:pt idx="207">
                  <c:v>296.09748185194508</c:v>
                </c:pt>
                <c:pt idx="208">
                  <c:v>297.8247171627483</c:v>
                </c:pt>
                <c:pt idx="209">
                  <c:v>299.56202801286412</c:v>
                </c:pt>
                <c:pt idx="210">
                  <c:v>301.30947317627243</c:v>
                </c:pt>
                <c:pt idx="211">
                  <c:v>303.06711176980065</c:v>
                </c:pt>
                <c:pt idx="212">
                  <c:v>304.83500325512392</c:v>
                </c:pt>
                <c:pt idx="213">
                  <c:v>306.61320744077881</c:v>
                </c:pt>
                <c:pt idx="214">
                  <c:v>308.40178448418334</c:v>
                </c:pt>
                <c:pt idx="215">
                  <c:v>310.20079489367509</c:v>
                </c:pt>
                <c:pt idx="216">
                  <c:v>312.0102995305549</c:v>
                </c:pt>
                <c:pt idx="217">
                  <c:v>313.83035961114916</c:v>
                </c:pt>
                <c:pt idx="218">
                  <c:v>315.66103670888123</c:v>
                </c:pt>
                <c:pt idx="219">
                  <c:v>317.50239275635005</c:v>
                </c:pt>
                <c:pt idx="220">
                  <c:v>319.35449004742878</c:v>
                </c:pt>
                <c:pt idx="221">
                  <c:v>321.21739123937203</c:v>
                </c:pt>
                <c:pt idx="222">
                  <c:v>323.09115935493406</c:v>
                </c:pt>
                <c:pt idx="223">
                  <c:v>324.97585778450554</c:v>
                </c:pt>
                <c:pt idx="224">
                  <c:v>326.87155028824787</c:v>
                </c:pt>
                <c:pt idx="225">
                  <c:v>328.77830099826235</c:v>
                </c:pt>
                <c:pt idx="226">
                  <c:v>330.69617442075315</c:v>
                </c:pt>
                <c:pt idx="227">
                  <c:v>332.62523543820674</c:v>
                </c:pt>
                <c:pt idx="228">
                  <c:v>334.56554931159695</c:v>
                </c:pt>
                <c:pt idx="229">
                  <c:v>336.51718168258139</c:v>
                </c:pt>
                <c:pt idx="230">
                  <c:v>338.4801985757291</c:v>
                </c:pt>
                <c:pt idx="231">
                  <c:v>340.45466640075551</c:v>
                </c:pt>
                <c:pt idx="232">
                  <c:v>342.44065195475935</c:v>
                </c:pt>
                <c:pt idx="233">
                  <c:v>344.4382224244946</c:v>
                </c:pt>
                <c:pt idx="234">
                  <c:v>346.4474453886383</c:v>
                </c:pt>
                <c:pt idx="235">
                  <c:v>348.46838882007199</c:v>
                </c:pt>
                <c:pt idx="236">
                  <c:v>350.50112108818814</c:v>
                </c:pt>
                <c:pt idx="237">
                  <c:v>352.54571096120264</c:v>
                </c:pt>
                <c:pt idx="238">
                  <c:v>354.60222760847711</c:v>
                </c:pt>
                <c:pt idx="239">
                  <c:v>356.67074060286063</c:v>
                </c:pt>
                <c:pt idx="240">
                  <c:v>358.75131992304324</c:v>
                </c:pt>
                <c:pt idx="241">
                  <c:v>360.84403595592767</c:v>
                </c:pt>
                <c:pt idx="242">
                  <c:v>362.94895949900393</c:v>
                </c:pt>
                <c:pt idx="243">
                  <c:v>365.0661617627481</c:v>
                </c:pt>
                <c:pt idx="244">
                  <c:v>367.1957143730308</c:v>
                </c:pt>
                <c:pt idx="245">
                  <c:v>369.33768937354091</c:v>
                </c:pt>
                <c:pt idx="246">
                  <c:v>371.4921592282177</c:v>
                </c:pt>
                <c:pt idx="247">
                  <c:v>373.65919682371793</c:v>
                </c:pt>
                <c:pt idx="248">
                  <c:v>375.83887547185549</c:v>
                </c:pt>
                <c:pt idx="249">
                  <c:v>378.0312689121069</c:v>
                </c:pt>
                <c:pt idx="250">
                  <c:v>380.23645131409523</c:v>
                </c:pt>
                <c:pt idx="251">
                  <c:v>382.45449728009413</c:v>
                </c:pt>
                <c:pt idx="252">
                  <c:v>384.68548184756196</c:v>
                </c:pt>
                <c:pt idx="253">
                  <c:v>386.92948049167194</c:v>
                </c:pt>
                <c:pt idx="254">
                  <c:v>389.1865691278735</c:v>
                </c:pt>
                <c:pt idx="255">
                  <c:v>391.45682411445352</c:v>
                </c:pt>
                <c:pt idx="256">
                  <c:v>393.74032225512025</c:v>
                </c:pt>
                <c:pt idx="257">
                  <c:v>396.03714080160859</c:v>
                </c:pt>
                <c:pt idx="258">
                  <c:v>398.34735745628359</c:v>
                </c:pt>
                <c:pt idx="259">
                  <c:v>400.67105037477967</c:v>
                </c:pt>
                <c:pt idx="260">
                  <c:v>403.00829816863194</c:v>
                </c:pt>
                <c:pt idx="261">
                  <c:v>405.35917990794923</c:v>
                </c:pt>
                <c:pt idx="262">
                  <c:v>407.72377512407894</c:v>
                </c:pt>
                <c:pt idx="263">
                  <c:v>410.10216381230373</c:v>
                </c:pt>
                <c:pt idx="264">
                  <c:v>412.49442643454171</c:v>
                </c:pt>
                <c:pt idx="265">
                  <c:v>414.90064392207626</c:v>
                </c:pt>
                <c:pt idx="266">
                  <c:v>417.32089767828825</c:v>
                </c:pt>
                <c:pt idx="267">
                  <c:v>419.75526958141182</c:v>
                </c:pt>
                <c:pt idx="268">
                  <c:v>422.20384198730341</c:v>
                </c:pt>
                <c:pt idx="269">
                  <c:v>424.66669773222924</c:v>
                </c:pt>
                <c:pt idx="270">
                  <c:v>427.14392013566851</c:v>
                </c:pt>
                <c:pt idx="271">
                  <c:v>429.63559300312545</c:v>
                </c:pt>
                <c:pt idx="272">
                  <c:v>432.14180062897702</c:v>
                </c:pt>
                <c:pt idx="273">
                  <c:v>434.66262779931367</c:v>
                </c:pt>
                <c:pt idx="274">
                  <c:v>437.19815979480865</c:v>
                </c:pt>
                <c:pt idx="275">
                  <c:v>439.74848239361245</c:v>
                </c:pt>
                <c:pt idx="276">
                  <c:v>442.31368187424192</c:v>
                </c:pt>
                <c:pt idx="277">
                  <c:v>444.89384501850753</c:v>
                </c:pt>
                <c:pt idx="278">
                  <c:v>447.48905911444888</c:v>
                </c:pt>
                <c:pt idx="279">
                  <c:v>450.09941195928218</c:v>
                </c:pt>
                <c:pt idx="280">
                  <c:v>452.72499186237894</c:v>
                </c:pt>
                <c:pt idx="281">
                  <c:v>455.36588764824279</c:v>
                </c:pt>
                <c:pt idx="282">
                  <c:v>458.02218865952426</c:v>
                </c:pt>
                <c:pt idx="283">
                  <c:v>460.69398476003818</c:v>
                </c:pt>
                <c:pt idx="284">
                  <c:v>463.38136633780499</c:v>
                </c:pt>
                <c:pt idx="285">
                  <c:v>466.08442430810885</c:v>
                </c:pt>
                <c:pt idx="286">
                  <c:v>468.80325011657283</c:v>
                </c:pt>
                <c:pt idx="287">
                  <c:v>471.53793574225165</c:v>
                </c:pt>
                <c:pt idx="288">
                  <c:v>474.28857370074923</c:v>
                </c:pt>
                <c:pt idx="289">
                  <c:v>477.05525704733697</c:v>
                </c:pt>
                <c:pt idx="290">
                  <c:v>479.83807938011319</c:v>
                </c:pt>
                <c:pt idx="291">
                  <c:v>482.63713484316384</c:v>
                </c:pt>
                <c:pt idx="292">
                  <c:v>485.45251812974902</c:v>
                </c:pt>
                <c:pt idx="293">
                  <c:v>488.28432448550569</c:v>
                </c:pt>
                <c:pt idx="294">
                  <c:v>491.13264971167121</c:v>
                </c:pt>
                <c:pt idx="295">
                  <c:v>493.99759016832263</c:v>
                </c:pt>
                <c:pt idx="296">
                  <c:v>496.87924277763784</c:v>
                </c:pt>
                <c:pt idx="297">
                  <c:v>499.7777050271734</c:v>
                </c:pt>
                <c:pt idx="298">
                  <c:v>502.69307497316595</c:v>
                </c:pt>
                <c:pt idx="299">
                  <c:v>505.62545124384275</c:v>
                </c:pt>
                <c:pt idx="300">
                  <c:v>508.57493304276511</c:v>
                </c:pt>
                <c:pt idx="301">
                  <c:v>511.54162015218128</c:v>
                </c:pt>
                <c:pt idx="302">
                  <c:v>514.52561293640235</c:v>
                </c:pt>
                <c:pt idx="303">
                  <c:v>517.52701234519793</c:v>
                </c:pt>
                <c:pt idx="304">
                  <c:v>520.54591991721168</c:v>
                </c:pt>
                <c:pt idx="305">
                  <c:v>523.58243778339533</c:v>
                </c:pt>
                <c:pt idx="306">
                  <c:v>526.63666867046516</c:v>
                </c:pt>
                <c:pt idx="307">
                  <c:v>529.7087159043781</c:v>
                </c:pt>
                <c:pt idx="308">
                  <c:v>532.79868341381859</c:v>
                </c:pt>
                <c:pt idx="309">
                  <c:v>535.9066757337323</c:v>
                </c:pt>
                <c:pt idx="310">
                  <c:v>539.03279800884582</c:v>
                </c:pt>
                <c:pt idx="311">
                  <c:v>542.17715599723067</c:v>
                </c:pt>
                <c:pt idx="312">
                  <c:v>545.33985607388115</c:v>
                </c:pt>
                <c:pt idx="313">
                  <c:v>548.5210052343125</c:v>
                </c:pt>
                <c:pt idx="314">
                  <c:v>551.72071109817955</c:v>
                </c:pt>
                <c:pt idx="315">
                  <c:v>554.93908191291837</c:v>
                </c:pt>
                <c:pt idx="316">
                  <c:v>558.17622655741059</c:v>
                </c:pt>
                <c:pt idx="317">
                  <c:v>561.43225454566198</c:v>
                </c:pt>
                <c:pt idx="318">
                  <c:v>564.70727603051171</c:v>
                </c:pt>
                <c:pt idx="319">
                  <c:v>568.0014018073565</c:v>
                </c:pt>
                <c:pt idx="320">
                  <c:v>571.31474331790002</c:v>
                </c:pt>
                <c:pt idx="321">
                  <c:v>574.64741265392036</c:v>
                </c:pt>
                <c:pt idx="322">
                  <c:v>577.9995225610686</c:v>
                </c:pt>
                <c:pt idx="323">
                  <c:v>581.37118644267457</c:v>
                </c:pt>
                <c:pt idx="324">
                  <c:v>584.76251836359006</c:v>
                </c:pt>
                <c:pt idx="325">
                  <c:v>588.17363305404569</c:v>
                </c:pt>
                <c:pt idx="326">
                  <c:v>591.6046459135265</c:v>
                </c:pt>
                <c:pt idx="327">
                  <c:v>595.05567301468841</c:v>
                </c:pt>
                <c:pt idx="328">
                  <c:v>598.52683110727412</c:v>
                </c:pt>
                <c:pt idx="329">
                  <c:v>602.01823762206664</c:v>
                </c:pt>
                <c:pt idx="330">
                  <c:v>605.53001067486252</c:v>
                </c:pt>
                <c:pt idx="331">
                  <c:v>609.06226907046312</c:v>
                </c:pt>
                <c:pt idx="332">
                  <c:v>612.61513230670971</c:v>
                </c:pt>
                <c:pt idx="333">
                  <c:v>616.1887205785016</c:v>
                </c:pt>
                <c:pt idx="334">
                  <c:v>619.78315478187358</c:v>
                </c:pt>
                <c:pt idx="335">
                  <c:v>623.39855651810274</c:v>
                </c:pt>
                <c:pt idx="336">
                  <c:v>627.03504809778997</c:v>
                </c:pt>
                <c:pt idx="337">
                  <c:v>630.69275254502804</c:v>
                </c:pt>
                <c:pt idx="338">
                  <c:v>634.37179360153971</c:v>
                </c:pt>
                <c:pt idx="339">
                  <c:v>638.07229573088205</c:v>
                </c:pt>
                <c:pt idx="340">
                  <c:v>641.79438412264744</c:v>
                </c:pt>
                <c:pt idx="341">
                  <c:v>645.53818469669454</c:v>
                </c:pt>
                <c:pt idx="342">
                  <c:v>649.30382410742448</c:v>
                </c:pt>
                <c:pt idx="343">
                  <c:v>653.09142974805161</c:v>
                </c:pt>
                <c:pt idx="344">
                  <c:v>656.90112975491274</c:v>
                </c:pt>
                <c:pt idx="345">
                  <c:v>660.73305301181892</c:v>
                </c:pt>
                <c:pt idx="346">
                  <c:v>664.58732915438793</c:v>
                </c:pt>
                <c:pt idx="347">
                  <c:v>668.46408857445522</c:v>
                </c:pt>
                <c:pt idx="348">
                  <c:v>672.36346242447246</c:v>
                </c:pt>
                <c:pt idx="349">
                  <c:v>676.28558262194895</c:v>
                </c:pt>
                <c:pt idx="350">
                  <c:v>680.23058185391028</c:v>
                </c:pt>
                <c:pt idx="351">
                  <c:v>684.19859358139308</c:v>
                </c:pt>
                <c:pt idx="352">
                  <c:v>688.18975204394951</c:v>
                </c:pt>
                <c:pt idx="353">
                  <c:v>692.20419226420654</c:v>
                </c:pt>
                <c:pt idx="354">
                  <c:v>696.24205005241299</c:v>
                </c:pt>
                <c:pt idx="355">
                  <c:v>700.30346201105283</c:v>
                </c:pt>
                <c:pt idx="356">
                  <c:v>704.38856553945072</c:v>
                </c:pt>
                <c:pt idx="357">
                  <c:v>708.49749883843049</c:v>
                </c:pt>
                <c:pt idx="358">
                  <c:v>712.63040091498829</c:v>
                </c:pt>
                <c:pt idx="359">
                  <c:v>716.78741158699302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428992"/>
        <c:axId val="99434880"/>
      </c:barChart>
      <c:lineChart>
        <c:grouping val="standard"/>
        <c:varyColors val="0"/>
        <c:ser>
          <c:idx val="2"/>
          <c:order val="2"/>
          <c:tx>
            <c:v>Loan Balance</c:v>
          </c:tx>
          <c:spPr>
            <a:ln>
              <a:solidFill>
                <a:schemeClr val="accent2">
                  <a:lumMod val="50000"/>
                </a:schemeClr>
              </a:solidFill>
            </a:ln>
          </c:spPr>
          <c:marker>
            <c:symbol val="none"/>
          </c:marker>
          <c:val>
            <c:numRef>
              <c:f>GPM!$B$23:$B$382</c:f>
              <c:numCache>
                <c:formatCode>_("$"* #,##0_);_("$"* \(#,##0\);_("$"* "-"??_);_(@_)</c:formatCode>
                <c:ptCount val="360"/>
                <c:pt idx="0">
                  <c:v>100000</c:v>
                </c:pt>
                <c:pt idx="1">
                  <c:v>100184.15183622582</c:v>
                </c:pt>
                <c:pt idx="2">
                  <c:v>100369.37789149629</c:v>
                </c:pt>
                <c:pt idx="3">
                  <c:v>100555.68443208918</c:v>
                </c:pt>
                <c:pt idx="4">
                  <c:v>100743.07776083583</c:v>
                </c:pt>
                <c:pt idx="5">
                  <c:v>100931.56421733287</c:v>
                </c:pt>
                <c:pt idx="6">
                  <c:v>101121.15017815982</c:v>
                </c:pt>
                <c:pt idx="7">
                  <c:v>101311.84205709142</c:v>
                </c:pt>
                <c:pt idx="8">
                  <c:v>101503.64630531694</c:v>
                </c:pt>
                <c:pt idx="9">
                  <c:v>101696.56941165728</c:v>
                </c:pt>
                <c:pt idx="10">
                  <c:v>101890.61790278443</c:v>
                </c:pt>
                <c:pt idx="11">
                  <c:v>102085.79834344317</c:v>
                </c:pt>
                <c:pt idx="12">
                  <c:v>102282.11733667237</c:v>
                </c:pt>
                <c:pt idx="13">
                  <c:v>102413.0512745109</c:v>
                </c:pt>
                <c:pt idx="14">
                  <c:v>102544.74899365337</c:v>
                </c:pt>
                <c:pt idx="15">
                  <c:v>102677.21494949101</c:v>
                </c:pt>
                <c:pt idx="16">
                  <c:v>102810.45362340428</c:v>
                </c:pt>
                <c:pt idx="17">
                  <c:v>102944.4695229154</c:v>
                </c:pt>
                <c:pt idx="18">
                  <c:v>103079.26718184029</c:v>
                </c:pt>
                <c:pt idx="19">
                  <c:v>103214.85116044249</c:v>
                </c:pt>
                <c:pt idx="20">
                  <c:v>103351.22604558607</c:v>
                </c:pt>
                <c:pt idx="21">
                  <c:v>103488.39645089325</c:v>
                </c:pt>
                <c:pt idx="22">
                  <c:v>103626.36701689818</c:v>
                </c:pt>
                <c:pt idx="23">
                  <c:v>103765.14241120439</c:v>
                </c:pt>
                <c:pt idx="24">
                  <c:v>103904.72732864445</c:v>
                </c:pt>
                <c:pt idx="25">
                  <c:v>103978.59624191801</c:v>
                </c:pt>
                <c:pt idx="26">
                  <c:v>104052.89605718601</c:v>
                </c:pt>
                <c:pt idx="27">
                  <c:v>104127.62928804292</c:v>
                </c:pt>
                <c:pt idx="28">
                  <c:v>104202.79846274649</c:v>
                </c:pt>
                <c:pt idx="29">
                  <c:v>104278.40612430239</c:v>
                </c:pt>
                <c:pt idx="30">
                  <c:v>104354.45483055091</c:v>
                </c:pt>
                <c:pt idx="31">
                  <c:v>104430.94715425237</c:v>
                </c:pt>
                <c:pt idx="32">
                  <c:v>104507.88568317557</c:v>
                </c:pt>
                <c:pt idx="33">
                  <c:v>104585.27302018426</c:v>
                </c:pt>
                <c:pt idx="34">
                  <c:v>104663.11178332513</c:v>
                </c:pt>
                <c:pt idx="35">
                  <c:v>104741.40460591784</c:v>
                </c:pt>
                <c:pt idx="36">
                  <c:v>104820.15413664242</c:v>
                </c:pt>
                <c:pt idx="37">
                  <c:v>104710.63636428502</c:v>
                </c:pt>
                <c:pt idx="38">
                  <c:v>104600.47973825542</c:v>
                </c:pt>
                <c:pt idx="39">
                  <c:v>104489.68053190717</c:v>
                </c:pt>
                <c:pt idx="40">
                  <c:v>104378.2349968554</c:v>
                </c:pt>
                <c:pt idx="41">
                  <c:v>104266.13936284937</c:v>
                </c:pt>
                <c:pt idx="42">
                  <c:v>104153.38983764447</c:v>
                </c:pt>
                <c:pt idx="43">
                  <c:v>104039.98260687599</c:v>
                </c:pt>
                <c:pt idx="44">
                  <c:v>103925.91383392806</c:v>
                </c:pt>
                <c:pt idx="45">
                  <c:v>103811.17965980532</c:v>
                </c:pt>
                <c:pt idx="46">
                  <c:v>103695.77620299927</c:v>
                </c:pt>
                <c:pt idx="47">
                  <c:v>103579.69955936217</c:v>
                </c:pt>
                <c:pt idx="48">
                  <c:v>103462.9458019703</c:v>
                </c:pt>
                <c:pt idx="49">
                  <c:v>103345.51098099412</c:v>
                </c:pt>
                <c:pt idx="50">
                  <c:v>103227.391123562</c:v>
                </c:pt>
                <c:pt idx="51">
                  <c:v>103108.58223362801</c:v>
                </c:pt>
                <c:pt idx="52">
                  <c:v>102989.08029183644</c:v>
                </c:pt>
                <c:pt idx="53">
                  <c:v>102868.8812553844</c:v>
                </c:pt>
                <c:pt idx="54">
                  <c:v>102747.98105788606</c:v>
                </c:pt>
                <c:pt idx="55">
                  <c:v>102626.37560923606</c:v>
                </c:pt>
                <c:pt idx="56">
                  <c:v>102504.06079546844</c:v>
                </c:pt>
                <c:pt idx="57">
                  <c:v>102381.03247862071</c:v>
                </c:pt>
                <c:pt idx="58">
                  <c:v>102257.28649659145</c:v>
                </c:pt>
                <c:pt idx="59">
                  <c:v>102132.81866300032</c:v>
                </c:pt>
                <c:pt idx="60">
                  <c:v>102007.62476704658</c:v>
                </c:pt>
                <c:pt idx="61">
                  <c:v>101881.70057336614</c:v>
                </c:pt>
                <c:pt idx="62">
                  <c:v>101755.04182188981</c:v>
                </c:pt>
                <c:pt idx="63">
                  <c:v>101627.64422769625</c:v>
                </c:pt>
                <c:pt idx="64">
                  <c:v>101499.50348086987</c:v>
                </c:pt>
                <c:pt idx="65">
                  <c:v>101370.6152463537</c:v>
                </c:pt>
                <c:pt idx="66">
                  <c:v>101240.97516380285</c:v>
                </c:pt>
                <c:pt idx="67">
                  <c:v>101110.57884743712</c:v>
                </c:pt>
                <c:pt idx="68">
                  <c:v>100979.42188589241</c:v>
                </c:pt>
                <c:pt idx="69">
                  <c:v>100847.49984207215</c:v>
                </c:pt>
                <c:pt idx="70">
                  <c:v>100714.80825299653</c:v>
                </c:pt>
                <c:pt idx="71">
                  <c:v>100581.34262965109</c:v>
                </c:pt>
                <c:pt idx="72">
                  <c:v>100447.09845683629</c:v>
                </c:pt>
                <c:pt idx="73">
                  <c:v>100312.07119301309</c:v>
                </c:pt>
                <c:pt idx="74">
                  <c:v>100176.25627015093</c:v>
                </c:pt>
                <c:pt idx="75">
                  <c:v>100039.64909357239</c:v>
                </c:pt>
                <c:pt idx="76">
                  <c:v>99902.245041796938</c:v>
                </c:pt>
                <c:pt idx="77">
                  <c:v>99764.039466386457</c:v>
                </c:pt>
                <c:pt idx="78">
                  <c:v>99625.027691785523</c:v>
                </c:pt>
                <c:pt idx="79">
                  <c:v>99485.205015166342</c:v>
                </c:pt>
                <c:pt idx="80">
                  <c:v>99344.566706266909</c:v>
                </c:pt>
                <c:pt idx="81">
                  <c:v>99203.108007232207</c:v>
                </c:pt>
                <c:pt idx="82">
                  <c:v>99060.824132453155</c:v>
                </c:pt>
                <c:pt idx="83">
                  <c:v>98917.710268404539</c:v>
                </c:pt>
                <c:pt idx="84">
                  <c:v>98773.761573482319</c:v>
                </c:pt>
                <c:pt idx="85">
                  <c:v>98628.973177839711</c:v>
                </c:pt>
                <c:pt idx="86">
                  <c:v>98483.340183222288</c:v>
                </c:pt>
                <c:pt idx="87">
                  <c:v>98336.857662803406</c:v>
                </c:pt>
                <c:pt idx="88">
                  <c:v>98189.52066101518</c:v>
                </c:pt>
                <c:pt idx="89">
                  <c:v>98041.324193383378</c:v>
                </c:pt>
                <c:pt idx="90">
                  <c:v>97892.263246356393</c:v>
                </c:pt>
                <c:pt idx="91">
                  <c:v>97742.332777139149</c:v>
                </c:pt>
                <c:pt idx="92">
                  <c:v>97591.527713517891</c:v>
                </c:pt>
                <c:pt idx="93">
                  <c:v>97439.842953692118</c:v>
                </c:pt>
                <c:pt idx="94">
                  <c:v>97287.273366100781</c:v>
                </c:pt>
                <c:pt idx="95">
                  <c:v>97133.813789248408</c:v>
                </c:pt>
                <c:pt idx="96">
                  <c:v>96979.459031531151</c:v>
                </c:pt>
                <c:pt idx="97">
                  <c:v>96824.203871060148</c:v>
                </c:pt>
                <c:pt idx="98">
                  <c:v>96668.043055487098</c:v>
                </c:pt>
                <c:pt idx="99">
                  <c:v>96510.971301822778</c:v>
                </c:pt>
                <c:pt idx="100">
                  <c:v>96352.983296262057</c:v>
                </c:pt>
                <c:pt idx="101">
                  <c:v>96194.073694002509</c:v>
                </c:pt>
                <c:pt idx="102">
                  <c:v>96034.237119062818</c:v>
                </c:pt>
                <c:pt idx="103">
                  <c:v>95873.468164102873</c:v>
                </c:pt>
                <c:pt idx="104">
                  <c:v>95711.761390238957</c:v>
                </c:pt>
                <c:pt idx="105">
                  <c:v>95549.111326860861</c:v>
                </c:pt>
                <c:pt idx="106">
                  <c:v>95385.512471445938</c:v>
                </c:pt>
                <c:pt idx="107">
                  <c:v>95220.959289374878</c:v>
                </c:pt>
                <c:pt idx="108">
                  <c:v>95055.446213741525</c:v>
                </c:pt>
                <c:pt idx="109">
                  <c:v>94888.967645167097</c:v>
                </c:pt>
                <c:pt idx="110">
                  <c:v>94721.517951609378</c:v>
                </c:pt>
                <c:pt idx="111">
                  <c:v>94553.091468172672</c:v>
                </c:pt>
                <c:pt idx="112">
                  <c:v>94383.682496915964</c:v>
                </c:pt>
                <c:pt idx="113">
                  <c:v>94213.285306659862</c:v>
                </c:pt>
                <c:pt idx="114">
                  <c:v>94041.894132794157</c:v>
                </c:pt>
                <c:pt idx="115">
                  <c:v>93869.503177080842</c:v>
                </c:pt>
                <c:pt idx="116">
                  <c:v>93696.106607459209</c:v>
                </c:pt>
                <c:pt idx="117">
                  <c:v>93521.698557848154</c:v>
                </c:pt>
                <c:pt idx="118">
                  <c:v>93346.273127947687</c:v>
                </c:pt>
                <c:pt idx="119">
                  <c:v>93169.824383039449</c:v>
                </c:pt>
                <c:pt idx="120">
                  <c:v>92992.346353785935</c:v>
                </c:pt>
                <c:pt idx="121">
                  <c:v>92813.833036028373</c:v>
                </c:pt>
                <c:pt idx="122">
                  <c:v>92634.278390584208</c:v>
                </c:pt>
                <c:pt idx="123">
                  <c:v>92453.676343041152</c:v>
                </c:pt>
                <c:pt idx="124">
                  <c:v>92272.020783554326</c:v>
                </c:pt>
                <c:pt idx="125">
                  <c:v>92089.305566637311</c:v>
                </c:pt>
                <c:pt idx="126">
                  <c:v>91905.524510954594</c:v>
                </c:pt>
                <c:pt idx="127">
                  <c:v>91720.671399113897</c:v>
                </c:pt>
                <c:pt idx="128">
                  <c:v>91534.739977454141</c:v>
                </c:pt>
                <c:pt idx="129">
                  <c:v>91347.723955834706</c:v>
                </c:pt>
                <c:pt idx="130">
                  <c:v>91159.617007422348</c:v>
                </c:pt>
                <c:pt idx="131">
                  <c:v>90970.412768477778</c:v>
                </c:pt>
                <c:pt idx="132">
                  <c:v>90780.104838139392</c:v>
                </c:pt>
                <c:pt idx="133">
                  <c:v>90588.686778207324</c:v>
                </c:pt>
                <c:pt idx="134">
                  <c:v>90396.152112925687</c:v>
                </c:pt>
                <c:pt idx="135">
                  <c:v>90202.494328763074</c:v>
                </c:pt>
                <c:pt idx="136">
                  <c:v>90007.706874192663</c:v>
                </c:pt>
                <c:pt idx="137">
                  <c:v>89811.783159471146</c:v>
                </c:pt>
                <c:pt idx="138">
                  <c:v>89614.716556413274</c:v>
                </c:pt>
                <c:pt idx="139">
                  <c:v>89416.500398171323</c:v>
                </c:pt>
                <c:pt idx="140">
                  <c:v>89217.127979005993</c:v>
                </c:pt>
                <c:pt idx="141">
                  <c:v>89016.592554062066</c:v>
                </c:pt>
                <c:pt idx="142">
                  <c:v>88814.887339139779</c:v>
                </c:pt>
                <c:pt idx="143">
                  <c:v>88612.00551046351</c:v>
                </c:pt>
                <c:pt idx="144">
                  <c:v>88407.940204453218</c:v>
                </c:pt>
                <c:pt idx="145">
                  <c:v>88202.684517491405</c:v>
                </c:pt>
                <c:pt idx="146">
                  <c:v>87996.231505688789</c:v>
                </c:pt>
                <c:pt idx="147">
                  <c:v>87788.574184650875</c:v>
                </c:pt>
                <c:pt idx="148">
                  <c:v>87579.705529239931</c:v>
                </c:pt>
                <c:pt idx="149">
                  <c:v>87369.618473339244</c:v>
                </c:pt>
                <c:pt idx="150">
                  <c:v>87158.305909612449</c:v>
                </c:pt>
                <c:pt idx="151">
                  <c:v>86945.760689263756</c:v>
                </c:pt>
                <c:pt idx="152">
                  <c:v>86731.975621796737</c:v>
                </c:pt>
                <c:pt idx="153">
                  <c:v>86516.943474769083</c:v>
                </c:pt>
                <c:pt idx="154">
                  <c:v>86300.656973550838</c:v>
                </c:pt>
                <c:pt idx="155">
                  <c:v>86083.10880107533</c:v>
                </c:pt>
                <c:pt idx="156">
                  <c:v>85864.291597593678</c:v>
                </c:pt>
                <c:pt idx="157">
                  <c:v>85644.197960425052</c:v>
                </c:pt>
                <c:pt idx="158">
                  <c:v>85422.820443706281</c:v>
                </c:pt>
                <c:pt idx="159">
                  <c:v>85200.151558139987</c:v>
                </c:pt>
                <c:pt idx="160">
                  <c:v>84976.183770741409</c:v>
                </c:pt>
                <c:pt idx="161">
                  <c:v>84750.909504582611</c:v>
                </c:pt>
                <c:pt idx="162">
                  <c:v>84524.32113853842</c:v>
                </c:pt>
                <c:pt idx="163">
                  <c:v>84296.411007024799</c:v>
                </c:pt>
                <c:pt idx="164">
                  <c:v>84067.171399744941</c:v>
                </c:pt>
                <c:pt idx="165">
                  <c:v>83836.594561421938</c:v>
                </c:pt>
                <c:pt idx="166">
                  <c:v>83604.672691542364</c:v>
                </c:pt>
                <c:pt idx="167">
                  <c:v>83371.397944088443</c:v>
                </c:pt>
                <c:pt idx="168">
                  <c:v>83136.762427274371</c:v>
                </c:pt>
                <c:pt idx="169">
                  <c:v>82900.758203278878</c:v>
                </c:pt>
                <c:pt idx="170">
                  <c:v>82663.377287976749</c:v>
                </c:pt>
                <c:pt idx="171">
                  <c:v>82424.611650668725</c:v>
                </c:pt>
                <c:pt idx="172">
                  <c:v>82184.453213809407</c:v>
                </c:pt>
                <c:pt idx="173">
                  <c:v>81942.893852735666</c:v>
                </c:pt>
                <c:pt idx="174">
                  <c:v>81699.925395388724</c:v>
                </c:pt>
                <c:pt idx="175">
                  <c:v>81455.539622040553</c:v>
                </c:pt>
                <c:pt idx="176">
                  <c:v>81209.728265014448</c:v>
                </c:pt>
                <c:pt idx="177">
                  <c:v>80962.483008405863</c:v>
                </c:pt>
                <c:pt idx="178">
                  <c:v>80713.795487800307</c:v>
                </c:pt>
                <c:pt idx="179">
                  <c:v>80463.657289991257</c:v>
                </c:pt>
                <c:pt idx="180">
                  <c:v>80212.059952695141</c:v>
                </c:pt>
                <c:pt idx="181">
                  <c:v>79958.994964264391</c:v>
                </c:pt>
                <c:pt idx="182">
                  <c:v>79704.453763401354</c:v>
                </c:pt>
                <c:pt idx="183">
                  <c:v>79448.427738866609</c:v>
                </c:pt>
                <c:pt idx="184">
                  <c:v>79190.908229188746</c:v>
                </c:pt>
                <c:pt idx="185">
                  <c:v>78931.886522371089</c:v>
                </c:pt>
                <c:pt idx="186">
                  <c:v>78671.353855597001</c:v>
                </c:pt>
                <c:pt idx="187">
                  <c:v>78409.301414933609</c:v>
                </c:pt>
                <c:pt idx="188">
                  <c:v>78145.720335032398</c:v>
                </c:pt>
                <c:pt idx="189">
                  <c:v>77880.601698832426</c:v>
                </c:pt>
                <c:pt idx="190">
                  <c:v>77613.936537254034</c:v>
                </c:pt>
                <c:pt idx="191">
                  <c:v>77345.715828900386</c:v>
                </c:pt>
                <c:pt idx="192">
                  <c:v>77075.930499747701</c:v>
                </c:pt>
                <c:pt idx="193">
                  <c:v>76804.571422841982</c:v>
                </c:pt>
                <c:pt idx="194">
                  <c:v>76531.629417987322</c:v>
                </c:pt>
                <c:pt idx="195">
                  <c:v>76257.095251437306</c:v>
                </c:pt>
                <c:pt idx="196">
                  <c:v>75980.959635582738</c:v>
                </c:pt>
                <c:pt idx="197">
                  <c:v>75703.213228635752</c:v>
                </c:pt>
                <c:pt idx="198">
                  <c:v>75423.846634314716</c:v>
                </c:pt>
                <c:pt idx="199">
                  <c:v>75142.850401527132</c:v>
                </c:pt>
                <c:pt idx="200">
                  <c:v>74860.215024048157</c:v>
                </c:pt>
                <c:pt idx="201">
                  <c:v>74575.930940200371</c:v>
                </c:pt>
                <c:pt idx="202">
                  <c:v>74289.988532530391</c:v>
                </c:pt>
                <c:pt idx="203">
                  <c:v>74002.378127482472</c:v>
                </c:pt>
                <c:pt idx="204">
                  <c:v>73713.089995071321</c:v>
                </c:pt>
                <c:pt idx="205">
                  <c:v>73422.114348554664</c:v>
                </c:pt>
                <c:pt idx="206">
                  <c:v>73129.441344099949</c:v>
                </c:pt>
                <c:pt idx="207">
                  <c:v>72835.061080452608</c:v>
                </c:pt>
                <c:pt idx="208">
                  <c:v>72538.963598600618</c:v>
                </c:pt>
                <c:pt idx="209">
                  <c:v>72241.138881437932</c:v>
                </c:pt>
                <c:pt idx="210">
                  <c:v>71941.576853425038</c:v>
                </c:pt>
                <c:pt idx="211">
                  <c:v>71640.267380248799</c:v>
                </c:pt>
                <c:pt idx="212">
                  <c:v>71337.200268478991</c:v>
                </c:pt>
                <c:pt idx="213">
                  <c:v>71032.365265223838</c:v>
                </c:pt>
                <c:pt idx="214">
                  <c:v>70725.752057783073</c:v>
                </c:pt>
                <c:pt idx="215">
                  <c:v>70417.3502732989</c:v>
                </c:pt>
                <c:pt idx="216">
                  <c:v>70107.149478405423</c:v>
                </c:pt>
                <c:pt idx="217">
                  <c:v>69795.139178874684</c:v>
                </c:pt>
                <c:pt idx="218">
                  <c:v>69481.308819263519</c:v>
                </c:pt>
                <c:pt idx="219">
                  <c:v>69165.647782554632</c:v>
                </c:pt>
                <c:pt idx="220">
                  <c:v>68848.145389798286</c:v>
                </c:pt>
                <c:pt idx="221">
                  <c:v>68528.790899750849</c:v>
                </c:pt>
                <c:pt idx="222">
                  <c:v>68207.573508511472</c:v>
                </c:pt>
                <c:pt idx="223">
                  <c:v>67884.4823491563</c:v>
                </c:pt>
                <c:pt idx="224">
                  <c:v>67559.506491371998</c:v>
                </c:pt>
                <c:pt idx="225">
                  <c:v>67232.634941083772</c:v>
                </c:pt>
                <c:pt idx="226">
                  <c:v>66903.85664008552</c:v>
                </c:pt>
                <c:pt idx="227">
                  <c:v>66573.160465664783</c:v>
                </c:pt>
                <c:pt idx="228">
                  <c:v>66240.535230226378</c:v>
                </c:pt>
                <c:pt idx="229">
                  <c:v>65905.969680914975</c:v>
                </c:pt>
                <c:pt idx="230">
                  <c:v>65569.452499232371</c:v>
                </c:pt>
                <c:pt idx="231">
                  <c:v>65230.972300656671</c:v>
                </c:pt>
                <c:pt idx="232">
                  <c:v>64890.517634255913</c:v>
                </c:pt>
                <c:pt idx="233">
                  <c:v>64548.076982301151</c:v>
                </c:pt>
                <c:pt idx="234">
                  <c:v>64203.638759876652</c:v>
                </c:pt>
                <c:pt idx="235">
                  <c:v>63857.191314488016</c:v>
                </c:pt>
                <c:pt idx="236">
                  <c:v>63508.722925667818</c:v>
                </c:pt>
                <c:pt idx="237">
                  <c:v>63158.221804579647</c:v>
                </c:pt>
                <c:pt idx="238">
                  <c:v>62805.676093618553</c:v>
                </c:pt>
                <c:pt idx="239">
                  <c:v>62451.073866010076</c:v>
                </c:pt>
                <c:pt idx="240">
                  <c:v>62094.403125407196</c:v>
                </c:pt>
                <c:pt idx="241">
                  <c:v>61735.651805484202</c:v>
                </c:pt>
                <c:pt idx="242">
                  <c:v>61374.807769528234</c:v>
                </c:pt>
                <c:pt idx="243">
                  <c:v>61011.858810029371</c:v>
                </c:pt>
                <c:pt idx="244">
                  <c:v>60646.792648266484</c:v>
                </c:pt>
                <c:pt idx="245">
                  <c:v>60279.596933893466</c:v>
                </c:pt>
                <c:pt idx="246">
                  <c:v>59910.259244519926</c:v>
                </c:pt>
                <c:pt idx="247">
                  <c:v>59538.767085291613</c:v>
                </c:pt>
                <c:pt idx="248">
                  <c:v>59165.107888467988</c:v>
                </c:pt>
                <c:pt idx="249">
                  <c:v>58789.269012996141</c:v>
                </c:pt>
                <c:pt idx="250">
                  <c:v>58411.237744083926</c:v>
                </c:pt>
                <c:pt idx="251">
                  <c:v>58031.001292769935</c:v>
                </c:pt>
                <c:pt idx="252">
                  <c:v>57648.546795489841</c:v>
                </c:pt>
                <c:pt idx="253">
                  <c:v>57263.861313642279</c:v>
                </c:pt>
                <c:pt idx="254">
                  <c:v>56876.931833150607</c:v>
                </c:pt>
                <c:pt idx="255">
                  <c:v>56487.745264022735</c:v>
                </c:pt>
                <c:pt idx="256">
                  <c:v>56096.288439908283</c:v>
                </c:pt>
                <c:pt idx="257">
                  <c:v>55702.548117653161</c:v>
                </c:pt>
                <c:pt idx="258">
                  <c:v>55306.510976851561</c:v>
                </c:pt>
                <c:pt idx="259">
                  <c:v>54908.163619395273</c:v>
                </c:pt>
                <c:pt idx="260">
                  <c:v>54507.492569020491</c:v>
                </c:pt>
                <c:pt idx="261">
                  <c:v>54104.484270851863</c:v>
                </c:pt>
                <c:pt idx="262">
                  <c:v>53699.125090943904</c:v>
                </c:pt>
                <c:pt idx="263">
                  <c:v>53291.401315819821</c:v>
                </c:pt>
                <c:pt idx="264">
                  <c:v>52881.299152007428</c:v>
                </c:pt>
                <c:pt idx="265">
                  <c:v>52468.804725572983</c:v>
                </c:pt>
                <c:pt idx="266">
                  <c:v>52053.9040816509</c:v>
                </c:pt>
                <c:pt idx="267">
                  <c:v>51636.583183972594</c:v>
                </c:pt>
                <c:pt idx="268">
                  <c:v>51216.8279143912</c:v>
                </c:pt>
                <c:pt idx="269">
                  <c:v>50794.624072403894</c:v>
                </c:pt>
                <c:pt idx="270">
                  <c:v>50369.957374671656</c:v>
                </c:pt>
                <c:pt idx="271">
                  <c:v>49942.813454535994</c:v>
                </c:pt>
                <c:pt idx="272">
                  <c:v>49513.177861532778</c:v>
                </c:pt>
                <c:pt idx="273">
                  <c:v>49081.036060903876</c:v>
                </c:pt>
                <c:pt idx="274">
                  <c:v>48646.373433104593</c:v>
                </c:pt>
                <c:pt idx="275">
                  <c:v>48209.175273309767</c:v>
                </c:pt>
                <c:pt idx="276">
                  <c:v>47769.426790916157</c:v>
                </c:pt>
                <c:pt idx="277">
                  <c:v>47327.113109041915</c:v>
                </c:pt>
                <c:pt idx="278">
                  <c:v>46882.219264023406</c:v>
                </c:pt>
                <c:pt idx="279">
                  <c:v>46434.730204908963</c:v>
                </c:pt>
                <c:pt idx="280">
                  <c:v>45984.630792949676</c:v>
                </c:pt>
                <c:pt idx="281">
                  <c:v>45531.905801087276</c:v>
                </c:pt>
                <c:pt idx="282">
                  <c:v>45076.539913439061</c:v>
                </c:pt>
                <c:pt idx="283">
                  <c:v>44618.517724779529</c:v>
                </c:pt>
                <c:pt idx="284">
                  <c:v>44157.823740019368</c:v>
                </c:pt>
                <c:pt idx="285">
                  <c:v>43694.442373681675</c:v>
                </c:pt>
                <c:pt idx="286">
                  <c:v>43228.357949373603</c:v>
                </c:pt>
                <c:pt idx="287">
                  <c:v>42759.554699257096</c:v>
                </c:pt>
                <c:pt idx="288">
                  <c:v>42288.016763514679</c:v>
                </c:pt>
                <c:pt idx="289">
                  <c:v>41813.728189813897</c:v>
                </c:pt>
                <c:pt idx="290">
                  <c:v>41336.672932766654</c:v>
                </c:pt>
                <c:pt idx="291">
                  <c:v>40856.834853386659</c:v>
                </c:pt>
                <c:pt idx="292">
                  <c:v>40374.197718543284</c:v>
                </c:pt>
                <c:pt idx="293">
                  <c:v>39888.745200413585</c:v>
                </c:pt>
                <c:pt idx="294">
                  <c:v>39400.460875928213</c:v>
                </c:pt>
                <c:pt idx="295">
                  <c:v>38909.328226216552</c:v>
                </c:pt>
                <c:pt idx="296">
                  <c:v>38415.330636048267</c:v>
                </c:pt>
                <c:pt idx="297">
                  <c:v>37918.451393270603</c:v>
                </c:pt>
                <c:pt idx="298">
                  <c:v>37418.673688243325</c:v>
                </c:pt>
                <c:pt idx="299">
                  <c:v>36915.980613270243</c:v>
                </c:pt>
                <c:pt idx="300">
                  <c:v>36410.355162026332</c:v>
                </c:pt>
                <c:pt idx="301">
                  <c:v>35901.780228983567</c:v>
                </c:pt>
                <c:pt idx="302">
                  <c:v>35390.2386088313</c:v>
                </c:pt>
                <c:pt idx="303">
                  <c:v>34875.712995895003</c:v>
                </c:pt>
                <c:pt idx="304">
                  <c:v>34358.185983549774</c:v>
                </c:pt>
                <c:pt idx="305">
                  <c:v>33837.640063632578</c:v>
                </c:pt>
                <c:pt idx="306">
                  <c:v>33314.057625849193</c:v>
                </c:pt>
                <c:pt idx="307">
                  <c:v>32787.420957178743</c:v>
                </c:pt>
                <c:pt idx="308">
                  <c:v>32257.712241274316</c:v>
                </c:pt>
                <c:pt idx="309">
                  <c:v>31724.913557860476</c:v>
                </c:pt>
                <c:pt idx="310">
                  <c:v>31189.006882126865</c:v>
                </c:pt>
                <c:pt idx="311">
                  <c:v>30649.974084117999</c:v>
                </c:pt>
                <c:pt idx="312">
                  <c:v>30107.796928120722</c:v>
                </c:pt>
                <c:pt idx="313">
                  <c:v>29562.45707204684</c:v>
                </c:pt>
                <c:pt idx="314">
                  <c:v>29013.936066812512</c:v>
                </c:pt>
                <c:pt idx="315">
                  <c:v>28462.215355714361</c:v>
                </c:pt>
                <c:pt idx="316">
                  <c:v>27907.276273801417</c:v>
                </c:pt>
                <c:pt idx="317">
                  <c:v>27349.100047244017</c:v>
                </c:pt>
                <c:pt idx="318">
                  <c:v>26787.667792698361</c:v>
                </c:pt>
                <c:pt idx="319">
                  <c:v>26222.960516667841</c:v>
                </c:pt>
                <c:pt idx="320">
                  <c:v>25654.959114860485</c:v>
                </c:pt>
                <c:pt idx="321">
                  <c:v>25083.644371542556</c:v>
                </c:pt>
                <c:pt idx="322">
                  <c:v>24508.996958888656</c:v>
                </c:pt>
                <c:pt idx="323">
                  <c:v>23930.997436327594</c:v>
                </c:pt>
                <c:pt idx="324">
                  <c:v>23349.626249884896</c:v>
                </c:pt>
                <c:pt idx="325">
                  <c:v>22764.863731521331</c:v>
                </c:pt>
                <c:pt idx="326">
                  <c:v>22176.690098467287</c:v>
                </c:pt>
                <c:pt idx="327">
                  <c:v>21585.085452553765</c:v>
                </c:pt>
                <c:pt idx="328">
                  <c:v>20990.029779539029</c:v>
                </c:pt>
                <c:pt idx="329">
                  <c:v>20391.502948431742</c:v>
                </c:pt>
                <c:pt idx="330">
                  <c:v>19789.484710809735</c:v>
                </c:pt>
                <c:pt idx="331">
                  <c:v>19183.954700134909</c:v>
                </c:pt>
                <c:pt idx="332">
                  <c:v>18574.892431064425</c:v>
                </c:pt>
                <c:pt idx="333">
                  <c:v>17962.277298757701</c:v>
                </c:pt>
                <c:pt idx="334">
                  <c:v>17346.088578179155</c:v>
                </c:pt>
                <c:pt idx="335">
                  <c:v>16726.305423397316</c:v>
                </c:pt>
                <c:pt idx="336">
                  <c:v>16102.906866879222</c:v>
                </c:pt>
                <c:pt idx="337">
                  <c:v>15475.871818781427</c:v>
                </c:pt>
                <c:pt idx="338">
                  <c:v>14845.179066236416</c:v>
                </c:pt>
                <c:pt idx="339">
                  <c:v>14210.807272634866</c:v>
                </c:pt>
                <c:pt idx="340">
                  <c:v>13572.734976903988</c:v>
                </c:pt>
                <c:pt idx="341">
                  <c:v>12930.940592781337</c:v>
                </c:pt>
                <c:pt idx="342">
                  <c:v>12285.402408084648</c:v>
                </c:pt>
                <c:pt idx="343">
                  <c:v>11636.098583977195</c:v>
                </c:pt>
                <c:pt idx="344">
                  <c:v>10983.007154229163</c:v>
                </c:pt>
                <c:pt idx="345">
                  <c:v>10326.106024474229</c:v>
                </c:pt>
                <c:pt idx="346">
                  <c:v>9665.3729714624096</c:v>
                </c:pt>
                <c:pt idx="347">
                  <c:v>9000.7856423080448</c:v>
                </c:pt>
                <c:pt idx="348">
                  <c:v>8332.3215537335873</c:v>
                </c:pt>
                <c:pt idx="349">
                  <c:v>7659.958091309114</c:v>
                </c:pt>
                <c:pt idx="350">
                  <c:v>6983.6725086871757</c:v>
                </c:pt>
                <c:pt idx="351">
                  <c:v>6303.4419268332549</c:v>
                </c:pt>
                <c:pt idx="352">
                  <c:v>5619.2433332518631</c:v>
                </c:pt>
                <c:pt idx="353">
                  <c:v>4931.0535812079133</c:v>
                </c:pt>
                <c:pt idx="354">
                  <c:v>4238.8493889437077</c:v>
                </c:pt>
                <c:pt idx="355">
                  <c:v>3542.6073388912996</c:v>
                </c:pt>
                <c:pt idx="356">
                  <c:v>2842.3038768802498</c:v>
                </c:pt>
                <c:pt idx="357">
                  <c:v>2137.9153113407961</c:v>
                </c:pt>
                <c:pt idx="358">
                  <c:v>1429.4178125023593</c:v>
                </c:pt>
                <c:pt idx="359">
                  <c:v>716.78741158737262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438976"/>
        <c:axId val="99436800"/>
      </c:lineChart>
      <c:catAx>
        <c:axId val="99428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4620000"/>
          <a:lstStyle/>
          <a:p>
            <a:pPr>
              <a:defRPr/>
            </a:pPr>
            <a:endParaRPr lang="en-US"/>
          </a:p>
        </c:txPr>
        <c:crossAx val="99434880"/>
        <c:crosses val="autoZero"/>
        <c:auto val="1"/>
        <c:lblAlgn val="ctr"/>
        <c:lblOffset val="100"/>
        <c:tickLblSkip val="60"/>
        <c:tickMarkSkip val="12"/>
        <c:noMultiLvlLbl val="0"/>
      </c:catAx>
      <c:valAx>
        <c:axId val="99434880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Payments</a:t>
                </a:r>
              </a:p>
            </c:rich>
          </c:tx>
          <c:layout/>
          <c:overlay val="0"/>
        </c:title>
        <c:numFmt formatCode="_(&quot;$&quot;* #,##0_);_(&quot;$&quot;* \(#,##0\);_(&quot;$&quot;* &quot;-&quot;_);_(@_)" sourceLinked="0"/>
        <c:majorTickMark val="out"/>
        <c:minorTickMark val="none"/>
        <c:tickLblPos val="nextTo"/>
        <c:crossAx val="99428992"/>
        <c:crosses val="autoZero"/>
        <c:crossBetween val="between"/>
      </c:valAx>
      <c:valAx>
        <c:axId val="99436800"/>
        <c:scaling>
          <c:orientation val="minMax"/>
          <c:max val="105000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B</a:t>
                </a:r>
                <a:r>
                  <a:rPr lang="en-US" baseline="0"/>
                  <a:t> alance</a:t>
                </a:r>
                <a:endParaRPr lang="en-US"/>
              </a:p>
            </c:rich>
          </c:tx>
          <c:layout/>
          <c:overlay val="0"/>
        </c:title>
        <c:numFmt formatCode="_(&quot;$&quot;* #,##0_);_(&quot;$&quot;* \(#,##0\);_(&quot;$&quot;* &quot;-&quot;??_);_(@_)" sourceLinked="1"/>
        <c:majorTickMark val="out"/>
        <c:minorTickMark val="none"/>
        <c:tickLblPos val="nextTo"/>
        <c:crossAx val="99438976"/>
        <c:crosses val="max"/>
        <c:crossBetween val="between"/>
      </c:valAx>
      <c:catAx>
        <c:axId val="99438976"/>
        <c:scaling>
          <c:orientation val="minMax"/>
        </c:scaling>
        <c:delete val="1"/>
        <c:axPos val="b"/>
        <c:majorTickMark val="out"/>
        <c:minorTickMark val="none"/>
        <c:tickLblPos val="none"/>
        <c:crossAx val="99436800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Loan Amortization</a:t>
            </a:r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6039107611548556"/>
          <c:y val="0.18931379566858955"/>
          <c:w val="0.65532895888014064"/>
          <c:h val="0.608042724605948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ARM!$D$22</c:f>
              <c:strCache>
                <c:ptCount val="1"/>
                <c:pt idx="0">
                  <c:v>Interest</c:v>
                </c:pt>
              </c:strCache>
            </c:strRef>
          </c:tx>
          <c:spPr>
            <a:gradFill>
              <a:gsLst>
                <a:gs pos="0">
                  <a:srgbClr val="C0504D">
                    <a:lumMod val="60000"/>
                    <a:lumOff val="40000"/>
                  </a:srgbClr>
                </a:gs>
                <a:gs pos="53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ARM!$A$23:$A$382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ARM!$D$23:$D$382</c:f>
              <c:numCache>
                <c:formatCode>_("$"* #,##0.00_);_("$"* \(#,##0.00\);_("$"* "-"??_);_(@_)</c:formatCode>
                <c:ptCount val="360"/>
                <c:pt idx="0">
                  <c:v>416.66666666666708</c:v>
                </c:pt>
                <c:pt idx="1">
                  <c:v>415.96698593816126</c:v>
                </c:pt>
                <c:pt idx="2">
                  <c:v>415.26438987328703</c:v>
                </c:pt>
                <c:pt idx="3">
                  <c:v>414.55886632480991</c:v>
                </c:pt>
                <c:pt idx="4">
                  <c:v>413.85040309487931</c:v>
                </c:pt>
                <c:pt idx="5">
                  <c:v>413.13898793482468</c:v>
                </c:pt>
                <c:pt idx="6">
                  <c:v>412.42460854493652</c:v>
                </c:pt>
                <c:pt idx="7">
                  <c:v>411.70725257425721</c:v>
                </c:pt>
                <c:pt idx="8">
                  <c:v>410.98690762036671</c:v>
                </c:pt>
                <c:pt idx="9">
                  <c:v>410.26356122916832</c:v>
                </c:pt>
                <c:pt idx="10">
                  <c:v>409.53720089467333</c:v>
                </c:pt>
                <c:pt idx="11">
                  <c:v>408.80781405878429</c:v>
                </c:pt>
                <c:pt idx="12">
                  <c:v>530.49800454440344</c:v>
                </c:pt>
                <c:pt idx="13">
                  <c:v>529.72944027977758</c:v>
                </c:pt>
                <c:pt idx="14">
                  <c:v>528.95671295871341</c:v>
                </c:pt>
                <c:pt idx="15">
                  <c:v>528.17980003133096</c:v>
                </c:pt>
                <c:pt idx="16">
                  <c:v>527.39867882558849</c:v>
                </c:pt>
                <c:pt idx="17">
                  <c:v>526.61332654665284</c:v>
                </c:pt>
                <c:pt idx="18">
                  <c:v>525.82372027620193</c:v>
                </c:pt>
                <c:pt idx="19">
                  <c:v>525.02983697178786</c:v>
                </c:pt>
                <c:pt idx="20">
                  <c:v>524.23165346613951</c:v>
                </c:pt>
                <c:pt idx="21">
                  <c:v>523.42914646650377</c:v>
                </c:pt>
                <c:pt idx="22">
                  <c:v>522.62229255395346</c:v>
                </c:pt>
                <c:pt idx="23">
                  <c:v>521.81106818270712</c:v>
                </c:pt>
                <c:pt idx="24">
                  <c:v>641.22516883625349</c:v>
                </c:pt>
                <c:pt idx="25">
                  <c:v>640.41218560585298</c:v>
                </c:pt>
                <c:pt idx="26">
                  <c:v>639.59378248724954</c:v>
                </c:pt>
                <c:pt idx="27">
                  <c:v>638.76992334785552</c:v>
                </c:pt>
                <c:pt idx="28">
                  <c:v>637.94057181419839</c:v>
                </c:pt>
                <c:pt idx="29">
                  <c:v>637.10569127031852</c:v>
                </c:pt>
                <c:pt idx="30">
                  <c:v>636.26524485614368</c:v>
                </c:pt>
                <c:pt idx="31">
                  <c:v>635.41919546587542</c:v>
                </c:pt>
                <c:pt idx="32">
                  <c:v>634.56750574633838</c:v>
                </c:pt>
                <c:pt idx="33">
                  <c:v>633.71013809533849</c:v>
                </c:pt>
                <c:pt idx="34">
                  <c:v>632.84705465999798</c:v>
                </c:pt>
                <c:pt idx="35">
                  <c:v>631.97821733508943</c:v>
                </c:pt>
                <c:pt idx="36">
                  <c:v>670.5475619964302</c:v>
                </c:pt>
                <c:pt idx="37">
                  <c:v>669.67536186026302</c:v>
                </c:pt>
                <c:pt idx="38">
                  <c:v>668.79698363979742</c:v>
                </c:pt>
                <c:pt idx="39">
                  <c:v>667.91238357360055</c:v>
                </c:pt>
                <c:pt idx="40">
                  <c:v>667.02151759026947</c:v>
                </c:pt>
                <c:pt idx="41">
                  <c:v>666.12434130622364</c:v>
                </c:pt>
                <c:pt idx="42">
                  <c:v>665.22081002349898</c:v>
                </c:pt>
                <c:pt idx="43">
                  <c:v>664.31087872752175</c:v>
                </c:pt>
                <c:pt idx="44">
                  <c:v>663.39450208486448</c:v>
                </c:pt>
                <c:pt idx="45">
                  <c:v>662.4716344409884</c:v>
                </c:pt>
                <c:pt idx="46">
                  <c:v>661.54222981796602</c:v>
                </c:pt>
                <c:pt idx="47">
                  <c:v>660.60624191220188</c:v>
                </c:pt>
                <c:pt idx="48">
                  <c:v>659.6636240921024</c:v>
                </c:pt>
                <c:pt idx="49">
                  <c:v>658.7143293957779</c:v>
                </c:pt>
                <c:pt idx="50">
                  <c:v>657.75831052869012</c:v>
                </c:pt>
                <c:pt idx="51">
                  <c:v>656.79551986128888</c:v>
                </c:pt>
                <c:pt idx="52">
                  <c:v>655.82590942666263</c:v>
                </c:pt>
                <c:pt idx="53">
                  <c:v>654.84943091812454</c:v>
                </c:pt>
                <c:pt idx="54">
                  <c:v>653.86603568681733</c:v>
                </c:pt>
                <c:pt idx="55">
                  <c:v>652.87567473928857</c:v>
                </c:pt>
                <c:pt idx="56">
                  <c:v>651.87829873504791</c:v>
                </c:pt>
                <c:pt idx="57">
                  <c:v>650.87385798411094</c:v>
                </c:pt>
                <c:pt idx="58">
                  <c:v>649.86230244451986</c:v>
                </c:pt>
                <c:pt idx="59">
                  <c:v>648.84358171985957</c:v>
                </c:pt>
                <c:pt idx="60">
                  <c:v>647.81764505673141</c:v>
                </c:pt>
                <c:pt idx="61">
                  <c:v>646.78444134224117</c:v>
                </c:pt>
                <c:pt idx="62">
                  <c:v>645.7439191014364</c:v>
                </c:pt>
                <c:pt idx="63">
                  <c:v>644.69602649475985</c:v>
                </c:pt>
                <c:pt idx="64">
                  <c:v>643.64071131545541</c:v>
                </c:pt>
                <c:pt idx="65">
                  <c:v>642.57792098696279</c:v>
                </c:pt>
                <c:pt idx="66">
                  <c:v>641.50760256031015</c:v>
                </c:pt>
                <c:pt idx="67">
                  <c:v>640.42970271146839</c:v>
                </c:pt>
                <c:pt idx="68">
                  <c:v>639.34416773869759</c:v>
                </c:pt>
                <c:pt idx="69">
                  <c:v>638.25094355987142</c:v>
                </c:pt>
                <c:pt idx="70">
                  <c:v>637.14997570977482</c:v>
                </c:pt>
                <c:pt idx="71">
                  <c:v>636.04120933740796</c:v>
                </c:pt>
                <c:pt idx="72">
                  <c:v>634.92458920323827</c:v>
                </c:pt>
                <c:pt idx="73">
                  <c:v>633.8000596764507</c:v>
                </c:pt>
                <c:pt idx="74">
                  <c:v>632.66756473218186</c:v>
                </c:pt>
                <c:pt idx="75">
                  <c:v>631.52704794872432</c:v>
                </c:pt>
                <c:pt idx="76">
                  <c:v>630.37845250471753</c:v>
                </c:pt>
                <c:pt idx="77">
                  <c:v>629.22172117631555</c:v>
                </c:pt>
                <c:pt idx="78">
                  <c:v>628.05679633433704</c:v>
                </c:pt>
                <c:pt idx="79">
                  <c:v>626.88361994139484</c:v>
                </c:pt>
                <c:pt idx="80">
                  <c:v>625.70213354900352</c:v>
                </c:pt>
                <c:pt idx="81">
                  <c:v>624.51227829466427</c:v>
                </c:pt>
                <c:pt idx="82">
                  <c:v>623.31399489893965</c:v>
                </c:pt>
                <c:pt idx="83">
                  <c:v>622.10722366249797</c:v>
                </c:pt>
                <c:pt idx="84">
                  <c:v>620.89190446313034</c:v>
                </c:pt>
                <c:pt idx="85">
                  <c:v>619.66797675276712</c:v>
                </c:pt>
                <c:pt idx="86">
                  <c:v>618.43537955445561</c:v>
                </c:pt>
                <c:pt idx="87">
                  <c:v>617.19405145932353</c:v>
                </c:pt>
                <c:pt idx="88">
                  <c:v>615.9439306235156</c:v>
                </c:pt>
                <c:pt idx="89">
                  <c:v>614.68495476512305</c:v>
                </c:pt>
                <c:pt idx="90">
                  <c:v>613.41706116106297</c:v>
                </c:pt>
                <c:pt idx="91">
                  <c:v>612.14018664397793</c:v>
                </c:pt>
                <c:pt idx="92">
                  <c:v>610.85426759906227</c:v>
                </c:pt>
                <c:pt idx="93">
                  <c:v>609.5592399609119</c:v>
                </c:pt>
                <c:pt idx="94">
                  <c:v>608.25503921032453</c:v>
                </c:pt>
                <c:pt idx="95">
                  <c:v>606.94160037108713</c:v>
                </c:pt>
                <c:pt idx="96">
                  <c:v>605.61885800673861</c:v>
                </c:pt>
                <c:pt idx="97">
                  <c:v>604.28674621731204</c:v>
                </c:pt>
                <c:pt idx="98">
                  <c:v>602.94519863603807</c:v>
                </c:pt>
                <c:pt idx="99">
                  <c:v>601.5941484260677</c:v>
                </c:pt>
                <c:pt idx="100">
                  <c:v>600.23352827710903</c:v>
                </c:pt>
                <c:pt idx="101">
                  <c:v>598.86327040209289</c:v>
                </c:pt>
                <c:pt idx="102">
                  <c:v>597.48330653379855</c:v>
                </c:pt>
                <c:pt idx="103">
                  <c:v>596.09356792143444</c:v>
                </c:pt>
                <c:pt idx="104">
                  <c:v>594.69398532723596</c:v>
                </c:pt>
                <c:pt idx="105">
                  <c:v>593.28448902299328</c:v>
                </c:pt>
                <c:pt idx="106">
                  <c:v>591.86500878659297</c:v>
                </c:pt>
                <c:pt idx="107">
                  <c:v>590.4354738985221</c:v>
                </c:pt>
                <c:pt idx="108">
                  <c:v>588.99581313832653</c:v>
                </c:pt>
                <c:pt idx="109">
                  <c:v>587.54595478107797</c:v>
                </c:pt>
                <c:pt idx="110">
                  <c:v>586.08582659380102</c:v>
                </c:pt>
                <c:pt idx="111">
                  <c:v>584.61535583186333</c:v>
                </c:pt>
                <c:pt idx="112">
                  <c:v>583.13446923536253</c:v>
                </c:pt>
                <c:pt idx="113">
                  <c:v>581.64309302546849</c:v>
                </c:pt>
                <c:pt idx="114">
                  <c:v>580.1411529007554</c:v>
                </c:pt>
                <c:pt idx="115">
                  <c:v>578.62857403349255</c:v>
                </c:pt>
                <c:pt idx="116">
                  <c:v>577.10528106591846</c:v>
                </c:pt>
                <c:pt idx="117">
                  <c:v>575.57119810649181</c:v>
                </c:pt>
                <c:pt idx="118">
                  <c:v>574.02624872610261</c:v>
                </c:pt>
                <c:pt idx="119">
                  <c:v>572.4703559542686</c:v>
                </c:pt>
                <c:pt idx="120">
                  <c:v>570.90344227530227</c:v>
                </c:pt>
                <c:pt idx="121">
                  <c:v>569.32542962443836</c:v>
                </c:pt>
                <c:pt idx="122">
                  <c:v>567.7362393839677</c:v>
                </c:pt>
                <c:pt idx="123">
                  <c:v>566.13579237929775</c:v>
                </c:pt>
                <c:pt idx="124">
                  <c:v>564.52400887500539</c:v>
                </c:pt>
                <c:pt idx="125">
                  <c:v>562.90080857089436</c:v>
                </c:pt>
                <c:pt idx="126">
                  <c:v>561.26611059795948</c:v>
                </c:pt>
                <c:pt idx="127">
                  <c:v>559.61983351438664</c:v>
                </c:pt>
                <c:pt idx="128">
                  <c:v>557.96189530146739</c:v>
                </c:pt>
                <c:pt idx="129">
                  <c:v>556.2922133595431</c:v>
                </c:pt>
                <c:pt idx="130">
                  <c:v>554.61070450386353</c:v>
                </c:pt>
                <c:pt idx="131">
                  <c:v>552.91728496045437</c:v>
                </c:pt>
                <c:pt idx="132">
                  <c:v>551.21187036194851</c:v>
                </c:pt>
                <c:pt idx="133">
                  <c:v>549.49437574336855</c:v>
                </c:pt>
                <c:pt idx="134">
                  <c:v>547.76471553790554</c:v>
                </c:pt>
                <c:pt idx="135">
                  <c:v>546.0228035726567</c:v>
                </c:pt>
                <c:pt idx="136">
                  <c:v>544.2685530643181</c:v>
                </c:pt>
                <c:pt idx="137">
                  <c:v>542.50187661487951</c:v>
                </c:pt>
                <c:pt idx="138">
                  <c:v>540.72268620725811</c:v>
                </c:pt>
                <c:pt idx="139">
                  <c:v>538.93089320091542</c:v>
                </c:pt>
                <c:pt idx="140">
                  <c:v>537.12640832744478</c:v>
                </c:pt>
                <c:pt idx="141">
                  <c:v>535.3091416861206</c:v>
                </c:pt>
                <c:pt idx="142">
                  <c:v>533.47900273942003</c:v>
                </c:pt>
                <c:pt idx="143">
                  <c:v>531.63590030851378</c:v>
                </c:pt>
                <c:pt idx="144">
                  <c:v>529.7797425687254</c:v>
                </c:pt>
                <c:pt idx="145">
                  <c:v>527.91043704493939</c:v>
                </c:pt>
                <c:pt idx="146">
                  <c:v>526.02789060703151</c:v>
                </c:pt>
                <c:pt idx="147">
                  <c:v>524.13200946518725</c:v>
                </c:pt>
                <c:pt idx="148">
                  <c:v>522.22269916525374</c:v>
                </c:pt>
                <c:pt idx="149">
                  <c:v>520.29986458403255</c:v>
                </c:pt>
                <c:pt idx="150">
                  <c:v>518.36340992452517</c:v>
                </c:pt>
                <c:pt idx="151">
                  <c:v>516.4132387111805</c:v>
                </c:pt>
                <c:pt idx="152">
                  <c:v>514.44925378507196</c:v>
                </c:pt>
                <c:pt idx="153">
                  <c:v>512.4713572990745</c:v>
                </c:pt>
                <c:pt idx="154">
                  <c:v>510.47945071296584</c:v>
                </c:pt>
                <c:pt idx="155">
                  <c:v>508.47343478853799</c:v>
                </c:pt>
                <c:pt idx="156">
                  <c:v>506.45320958464725</c:v>
                </c:pt>
                <c:pt idx="157">
                  <c:v>504.41867445222658</c:v>
                </c:pt>
                <c:pt idx="158">
                  <c:v>502.3697280292875</c:v>
                </c:pt>
                <c:pt idx="159">
                  <c:v>500.30626823585197</c:v>
                </c:pt>
                <c:pt idx="160">
                  <c:v>498.22819226887646</c:v>
                </c:pt>
                <c:pt idx="161">
                  <c:v>496.13539659713865</c:v>
                </c:pt>
                <c:pt idx="162">
                  <c:v>494.02777695605727</c:v>
                </c:pt>
                <c:pt idx="163">
                  <c:v>491.9052283425188</c:v>
                </c:pt>
                <c:pt idx="164">
                  <c:v>489.76764500963537</c:v>
                </c:pt>
                <c:pt idx="165">
                  <c:v>487.61492046147652</c:v>
                </c:pt>
                <c:pt idx="166">
                  <c:v>485.44694744776825</c:v>
                </c:pt>
                <c:pt idx="167">
                  <c:v>483.26361795854507</c:v>
                </c:pt>
                <c:pt idx="168">
                  <c:v>481.06482321877542</c:v>
                </c:pt>
                <c:pt idx="169">
                  <c:v>478.85045368293203</c:v>
                </c:pt>
                <c:pt idx="170">
                  <c:v>476.62039902954172</c:v>
                </c:pt>
                <c:pt idx="171">
                  <c:v>474.37454815569026</c:v>
                </c:pt>
                <c:pt idx="172">
                  <c:v>472.11278917148275</c:v>
                </c:pt>
                <c:pt idx="173">
                  <c:v>469.83500939447026</c:v>
                </c:pt>
                <c:pt idx="174">
                  <c:v>467.54109534403733</c:v>
                </c:pt>
                <c:pt idx="175">
                  <c:v>465.2309327357471</c:v>
                </c:pt>
                <c:pt idx="176">
                  <c:v>462.90440647564827</c:v>
                </c:pt>
                <c:pt idx="177">
                  <c:v>460.56140065454031</c:v>
                </c:pt>
                <c:pt idx="178">
                  <c:v>458.20179854219793</c:v>
                </c:pt>
                <c:pt idx="179">
                  <c:v>455.82548258156368</c:v>
                </c:pt>
                <c:pt idx="180">
                  <c:v>453.43233438287115</c:v>
                </c:pt>
                <c:pt idx="181">
                  <c:v>451.02223471777353</c:v>
                </c:pt>
                <c:pt idx="182">
                  <c:v>448.59506351338075</c:v>
                </c:pt>
                <c:pt idx="183">
                  <c:v>446.15069984628963</c:v>
                </c:pt>
                <c:pt idx="184">
                  <c:v>443.68902193655748</c:v>
                </c:pt>
                <c:pt idx="185">
                  <c:v>441.20990714163094</c:v>
                </c:pt>
                <c:pt idx="186">
                  <c:v>438.71323195023916</c:v>
                </c:pt>
                <c:pt idx="187">
                  <c:v>436.19887197624399</c:v>
                </c:pt>
                <c:pt idx="188">
                  <c:v>433.66670195243199</c:v>
                </c:pt>
                <c:pt idx="189">
                  <c:v>431.1165957242838</c:v>
                </c:pt>
                <c:pt idx="190">
                  <c:v>428.54842624368769</c:v>
                </c:pt>
                <c:pt idx="191">
                  <c:v>425.96206556260353</c:v>
                </c:pt>
                <c:pt idx="192">
                  <c:v>423.3573848266949</c:v>
                </c:pt>
                <c:pt idx="193">
                  <c:v>420.73425426890623</c:v>
                </c:pt>
                <c:pt idx="194">
                  <c:v>418.09254320300118</c:v>
                </c:pt>
                <c:pt idx="195">
                  <c:v>415.43212001704529</c:v>
                </c:pt>
                <c:pt idx="196">
                  <c:v>412.75285216685654</c:v>
                </c:pt>
                <c:pt idx="197">
                  <c:v>410.05460616939445</c:v>
                </c:pt>
                <c:pt idx="198">
                  <c:v>407.33724759611641</c:v>
                </c:pt>
                <c:pt idx="199">
                  <c:v>404.60064106627851</c:v>
                </c:pt>
                <c:pt idx="200">
                  <c:v>401.84465024018755</c:v>
                </c:pt>
                <c:pt idx="201">
                  <c:v>399.06913781241173</c:v>
                </c:pt>
                <c:pt idx="202">
                  <c:v>396.27396550493927</c:v>
                </c:pt>
                <c:pt idx="203">
                  <c:v>393.45899406028803</c:v>
                </c:pt>
                <c:pt idx="204">
                  <c:v>390.62408323457208</c:v>
                </c:pt>
                <c:pt idx="205">
                  <c:v>387.76909179050648</c:v>
                </c:pt>
                <c:pt idx="206">
                  <c:v>384.89387749037883</c:v>
                </c:pt>
                <c:pt idx="207">
                  <c:v>381.99829708895777</c:v>
                </c:pt>
                <c:pt idx="208">
                  <c:v>379.08220632636232</c:v>
                </c:pt>
                <c:pt idx="209">
                  <c:v>376.14545992086357</c:v>
                </c:pt>
                <c:pt idx="210">
                  <c:v>373.1879115616585</c:v>
                </c:pt>
                <c:pt idx="211">
                  <c:v>370.20941390157623</c:v>
                </c:pt>
                <c:pt idx="212">
                  <c:v>367.2098185497357</c:v>
                </c:pt>
                <c:pt idx="213">
                  <c:v>364.18897606415243</c:v>
                </c:pt>
                <c:pt idx="214">
                  <c:v>361.14673594429536</c:v>
                </c:pt>
                <c:pt idx="215">
                  <c:v>358.08294662359202</c:v>
                </c:pt>
                <c:pt idx="216">
                  <c:v>354.99745546186392</c:v>
                </c:pt>
                <c:pt idx="217">
                  <c:v>351.89010873774225</c:v>
                </c:pt>
                <c:pt idx="218">
                  <c:v>348.76075164099069</c:v>
                </c:pt>
                <c:pt idx="219">
                  <c:v>345.6092282648043</c:v>
                </c:pt>
                <c:pt idx="220">
                  <c:v>342.43538159803614</c:v>
                </c:pt>
                <c:pt idx="221">
                  <c:v>339.23905351737824</c:v>
                </c:pt>
                <c:pt idx="222">
                  <c:v>336.02008477948283</c:v>
                </c:pt>
                <c:pt idx="223">
                  <c:v>332.77831501302694</c:v>
                </c:pt>
                <c:pt idx="224">
                  <c:v>329.5135827107257</c:v>
                </c:pt>
                <c:pt idx="225">
                  <c:v>326.22572522128166</c:v>
                </c:pt>
                <c:pt idx="226">
                  <c:v>322.91457874128804</c:v>
                </c:pt>
                <c:pt idx="227">
                  <c:v>319.57997830706341</c:v>
                </c:pt>
                <c:pt idx="228">
                  <c:v>316.22175778642708</c:v>
                </c:pt>
                <c:pt idx="229">
                  <c:v>312.83974987043808</c:v>
                </c:pt>
                <c:pt idx="230">
                  <c:v>309.43378606504325</c:v>
                </c:pt>
                <c:pt idx="231">
                  <c:v>306.00369668269354</c:v>
                </c:pt>
                <c:pt idx="232">
                  <c:v>302.54931083388578</c:v>
                </c:pt>
                <c:pt idx="233">
                  <c:v>299.07045641864829</c:v>
                </c:pt>
                <c:pt idx="234">
                  <c:v>295.5669601179701</c:v>
                </c:pt>
                <c:pt idx="235">
                  <c:v>292.03864738516205</c:v>
                </c:pt>
                <c:pt idx="236">
                  <c:v>288.48534243716239</c:v>
                </c:pt>
                <c:pt idx="237">
                  <c:v>284.90686824578199</c:v>
                </c:pt>
                <c:pt idx="238">
                  <c:v>281.30304652887969</c:v>
                </c:pt>
                <c:pt idx="239">
                  <c:v>277.67369774148199</c:v>
                </c:pt>
                <c:pt idx="240">
                  <c:v>274.0186410668407</c:v>
                </c:pt>
                <c:pt idx="241">
                  <c:v>270.33769440742026</c:v>
                </c:pt>
                <c:pt idx="242">
                  <c:v>266.63067437582907</c:v>
                </c:pt>
                <c:pt idx="243">
                  <c:v>262.89739628567997</c:v>
                </c:pt>
                <c:pt idx="244">
                  <c:v>259.13767414239391</c:v>
                </c:pt>
                <c:pt idx="245">
                  <c:v>255.35132063392587</c:v>
                </c:pt>
                <c:pt idx="246">
                  <c:v>251.53814712143861</c:v>
                </c:pt>
                <c:pt idx="247">
                  <c:v>247.69796362990465</c:v>
                </c:pt>
                <c:pt idx="248">
                  <c:v>243.83057883864004</c:v>
                </c:pt>
                <c:pt idx="249">
                  <c:v>239.93580007176965</c:v>
                </c:pt>
                <c:pt idx="250">
                  <c:v>236.01343328863427</c:v>
                </c:pt>
                <c:pt idx="251">
                  <c:v>232.06328307411778</c:v>
                </c:pt>
                <c:pt idx="252">
                  <c:v>228.08515262891618</c:v>
                </c:pt>
                <c:pt idx="253">
                  <c:v>224.07884375972728</c:v>
                </c:pt>
                <c:pt idx="254">
                  <c:v>220.04415686938123</c:v>
                </c:pt>
                <c:pt idx="255">
                  <c:v>215.98089094689601</c:v>
                </c:pt>
                <c:pt idx="256">
                  <c:v>211.88884355746012</c:v>
                </c:pt>
                <c:pt idx="257">
                  <c:v>207.76781083234752</c:v>
                </c:pt>
                <c:pt idx="258">
                  <c:v>203.61758745876622</c:v>
                </c:pt>
                <c:pt idx="259">
                  <c:v>199.43796666962203</c:v>
                </c:pt>
                <c:pt idx="260">
                  <c:v>195.2287402332214</c:v>
                </c:pt>
                <c:pt idx="261">
                  <c:v>190.98969844289641</c:v>
                </c:pt>
                <c:pt idx="262">
                  <c:v>186.72063010655606</c:v>
                </c:pt>
                <c:pt idx="263">
                  <c:v>182.42132253616737</c:v>
                </c:pt>
                <c:pt idx="264">
                  <c:v>178.09156153715475</c:v>
                </c:pt>
                <c:pt idx="265">
                  <c:v>173.73113139773261</c:v>
                </c:pt>
                <c:pt idx="266">
                  <c:v>169.33981487815598</c:v>
                </c:pt>
                <c:pt idx="267">
                  <c:v>164.91739319989918</c:v>
                </c:pt>
                <c:pt idx="268">
                  <c:v>160.4636460347547</c:v>
                </c:pt>
                <c:pt idx="269">
                  <c:v>155.97835149385676</c:v>
                </c:pt>
                <c:pt idx="270">
                  <c:v>151.46128611662854</c:v>
                </c:pt>
                <c:pt idx="271">
                  <c:v>146.91222485964417</c:v>
                </c:pt>
                <c:pt idx="272">
                  <c:v>142.33094108542304</c:v>
                </c:pt>
                <c:pt idx="273">
                  <c:v>137.71720655113384</c:v>
                </c:pt>
                <c:pt idx="274">
                  <c:v>133.07079139722728</c:v>
                </c:pt>
                <c:pt idx="275">
                  <c:v>128.39146413598061</c:v>
                </c:pt>
                <c:pt idx="276">
                  <c:v>123.67899163996644</c:v>
                </c:pt>
                <c:pt idx="277">
                  <c:v>118.93313913043907</c:v>
                </c:pt>
                <c:pt idx="278">
                  <c:v>114.1536701656359</c:v>
                </c:pt>
                <c:pt idx="279">
                  <c:v>109.34034662899889</c:v>
                </c:pt>
                <c:pt idx="280">
                  <c:v>104.49292871731052</c:v>
                </c:pt>
                <c:pt idx="281">
                  <c:v>99.611174928747872</c:v>
                </c:pt>
                <c:pt idx="282">
                  <c:v>94.694842050849189</c:v>
                </c:pt>
                <c:pt idx="283">
                  <c:v>89.743685148398967</c:v>
                </c:pt>
                <c:pt idx="284">
                  <c:v>84.757457551222998</c:v>
                </c:pt>
                <c:pt idx="285">
                  <c:v>79.735910841900377</c:v>
                </c:pt>
                <c:pt idx="286">
                  <c:v>74.678794843386356</c:v>
                </c:pt>
                <c:pt idx="287">
                  <c:v>69.585857606549979</c:v>
                </c:pt>
                <c:pt idx="288">
                  <c:v>64.456845397619489</c:v>
                </c:pt>
                <c:pt idx="289">
                  <c:v>59.291502685542255</c:v>
                </c:pt>
                <c:pt idx="290">
                  <c:v>54.089572129254407</c:v>
                </c:pt>
                <c:pt idx="291">
                  <c:v>48.850794564859413</c:v>
                </c:pt>
                <c:pt idx="292">
                  <c:v>43.574908992716821</c:v>
                </c:pt>
                <c:pt idx="293">
                  <c:v>38.26165256443813</c:v>
                </c:pt>
                <c:pt idx="294">
                  <c:v>32.910760569792217</c:v>
                </c:pt>
                <c:pt idx="295">
                  <c:v>27.521966423518116</c:v>
                </c:pt>
                <c:pt idx="296">
                  <c:v>22.095001652040853</c:v>
                </c:pt>
                <c:pt idx="297">
                  <c:v>16.629595880099036</c:v>
                </c:pt>
                <c:pt idx="298">
                  <c:v>11.125476817272659</c:v>
                </c:pt>
                <c:pt idx="299">
                  <c:v>5.5823702444178691</c:v>
                </c:pt>
                <c:pt idx="300">
                  <c:v>5.3865297407659247E-12</c:v>
                </c:pt>
                <c:pt idx="301">
                  <c:v>5.4246843264296746E-12</c:v>
                </c:pt>
                <c:pt idx="302">
                  <c:v>5.4631091737419056E-12</c:v>
                </c:pt>
                <c:pt idx="303">
                  <c:v>5.5018061970559061E-12</c:v>
                </c:pt>
                <c:pt idx="304">
                  <c:v>5.5407773242850484E-12</c:v>
                </c:pt>
                <c:pt idx="305">
                  <c:v>5.5800244969987339E-12</c:v>
                </c:pt>
                <c:pt idx="306">
                  <c:v>5.6195496705191384E-12</c:v>
                </c:pt>
                <c:pt idx="307">
                  <c:v>5.6593548140186504E-12</c:v>
                </c:pt>
                <c:pt idx="308">
                  <c:v>5.6994419106179469E-12</c:v>
                </c:pt>
                <c:pt idx="309">
                  <c:v>5.7398129574848315E-12</c:v>
                </c:pt>
                <c:pt idx="310">
                  <c:v>5.7804699659337005E-12</c:v>
                </c:pt>
                <c:pt idx="311">
                  <c:v>5.8214149615256939E-12</c:v>
                </c:pt>
                <c:pt idx="312">
                  <c:v>5.8626499841698612E-12</c:v>
                </c:pt>
                <c:pt idx="313">
                  <c:v>5.9041770882243912E-12</c:v>
                </c:pt>
                <c:pt idx="314">
                  <c:v>5.9459983425993118E-12</c:v>
                </c:pt>
                <c:pt idx="315">
                  <c:v>5.9881158308593789E-12</c:v>
                </c:pt>
                <c:pt idx="316">
                  <c:v>6.0305316513279641E-12</c:v>
                </c:pt>
                <c:pt idx="317">
                  <c:v>6.0732479171915562E-12</c:v>
                </c:pt>
                <c:pt idx="318">
                  <c:v>6.1162667566049894E-12</c:v>
                </c:pt>
                <c:pt idx="319">
                  <c:v>6.1595903127976043E-12</c:v>
                </c:pt>
                <c:pt idx="320">
                  <c:v>6.2032207441799369E-12</c:v>
                </c:pt>
                <c:pt idx="321">
                  <c:v>6.2471602244512011E-12</c:v>
                </c:pt>
                <c:pt idx="322">
                  <c:v>6.2914109427077214E-12</c:v>
                </c:pt>
                <c:pt idx="323">
                  <c:v>6.335975103551911E-12</c:v>
                </c:pt>
                <c:pt idx="324">
                  <c:v>6.3808549272020556E-12</c:v>
                </c:pt>
                <c:pt idx="325">
                  <c:v>6.4260526496030842E-12</c:v>
                </c:pt>
                <c:pt idx="326">
                  <c:v>6.4715705225377717E-12</c:v>
                </c:pt>
                <c:pt idx="327">
                  <c:v>6.5174108137390688E-12</c:v>
                </c:pt>
                <c:pt idx="328">
                  <c:v>6.5635758070030522E-12</c:v>
                </c:pt>
                <c:pt idx="329">
                  <c:v>6.6100678023026728E-12</c:v>
                </c:pt>
                <c:pt idx="330">
                  <c:v>6.6568891159023213E-12</c:v>
                </c:pt>
                <c:pt idx="331">
                  <c:v>6.704042080473298E-12</c:v>
                </c:pt>
                <c:pt idx="332">
                  <c:v>6.7515290452099811E-12</c:v>
                </c:pt>
                <c:pt idx="333">
                  <c:v>6.7993523759468878E-12</c:v>
                </c:pt>
                <c:pt idx="334">
                  <c:v>6.8475144552764816E-12</c:v>
                </c:pt>
                <c:pt idx="335">
                  <c:v>6.896017682668042E-12</c:v>
                </c:pt>
                <c:pt idx="336">
                  <c:v>6.9448644745869373E-12</c:v>
                </c:pt>
                <c:pt idx="337">
                  <c:v>6.9940572646152509E-12</c:v>
                </c:pt>
                <c:pt idx="338">
                  <c:v>7.0435985035729553E-12</c:v>
                </c:pt>
                <c:pt idx="339">
                  <c:v>7.0934906596399268E-12</c:v>
                </c:pt>
                <c:pt idx="340">
                  <c:v>7.1437362184790338E-12</c:v>
                </c:pt>
                <c:pt idx="341">
                  <c:v>7.1943376833599345E-12</c:v>
                </c:pt>
                <c:pt idx="342">
                  <c:v>7.2452975752837493E-12</c:v>
                </c:pt>
                <c:pt idx="343">
                  <c:v>7.2966184331086823E-12</c:v>
                </c:pt>
                <c:pt idx="344">
                  <c:v>7.3483028136765155E-12</c:v>
                </c:pt>
                <c:pt idx="345">
                  <c:v>7.4003532919400769E-12</c:v>
                </c:pt>
                <c:pt idx="346">
                  <c:v>7.452772461091308E-12</c:v>
                </c:pt>
                <c:pt idx="347">
                  <c:v>7.5055629326907072E-12</c:v>
                </c:pt>
                <c:pt idx="348">
                  <c:v>7.5587273367972536E-12</c:v>
                </c:pt>
                <c:pt idx="349">
                  <c:v>7.612268322099572E-12</c:v>
                </c:pt>
                <c:pt idx="350">
                  <c:v>7.666188556047753E-12</c:v>
                </c:pt>
                <c:pt idx="351">
                  <c:v>7.7204907249864484E-12</c:v>
                </c:pt>
                <c:pt idx="352">
                  <c:v>7.7751775342884355E-12</c:v>
                </c:pt>
                <c:pt idx="353">
                  <c:v>7.8302517084896586E-12</c:v>
                </c:pt>
                <c:pt idx="354">
                  <c:v>7.8857159914247819E-12</c:v>
                </c:pt>
                <c:pt idx="355">
                  <c:v>7.9415731463640523E-12</c:v>
                </c:pt>
                <c:pt idx="356">
                  <c:v>7.9978259561507746E-12</c:v>
                </c:pt>
                <c:pt idx="357">
                  <c:v>8.0544772233401872E-12</c:v>
                </c:pt>
                <c:pt idx="358">
                  <c:v>8.1115297703388261E-12</c:v>
                </c:pt>
                <c:pt idx="359">
                  <c:v>8.1689864395454346E-12</c:v>
                </c:pt>
              </c:numCache>
            </c:numRef>
          </c:val>
        </c:ser>
        <c:ser>
          <c:idx val="1"/>
          <c:order val="1"/>
          <c:tx>
            <c:strRef>
              <c:f>ARM!$E$22</c:f>
              <c:strCache>
                <c:ptCount val="1"/>
                <c:pt idx="0">
                  <c:v>Principal</c:v>
                </c:pt>
              </c:strCache>
            </c:strRef>
          </c:tx>
          <c:spPr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c:spPr>
          <c:invertIfNegative val="0"/>
          <c:cat>
            <c:numRef>
              <c:f>ARM!$A$23:$A$382</c:f>
              <c:numCache>
                <c:formatCode>General</c:formatCode>
                <c:ptCount val="3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</c:numCache>
            </c:numRef>
          </c:cat>
          <c:val>
            <c:numRef>
              <c:f>ARM!$E$23:$E$382</c:f>
              <c:numCache>
                <c:formatCode>"$"#,##0.00_);[Red]\("$"#,##0.00\)</c:formatCode>
                <c:ptCount val="360"/>
                <c:pt idx="0">
                  <c:v>167.92337484131139</c:v>
                </c:pt>
                <c:pt idx="1">
                  <c:v>168.62305556981599</c:v>
                </c:pt>
                <c:pt idx="2">
                  <c:v>169.32565163469098</c:v>
                </c:pt>
                <c:pt idx="3">
                  <c:v>170.0311751831685</c:v>
                </c:pt>
                <c:pt idx="4">
                  <c:v>170.73963841309882</c:v>
                </c:pt>
                <c:pt idx="5">
                  <c:v>171.45105357315339</c:v>
                </c:pt>
                <c:pt idx="6">
                  <c:v>172.16543296304155</c:v>
                </c:pt>
                <c:pt idx="7">
                  <c:v>172.88278893372126</c:v>
                </c:pt>
                <c:pt idx="8">
                  <c:v>173.6031338876117</c:v>
                </c:pt>
                <c:pt idx="9">
                  <c:v>174.32648027880981</c:v>
                </c:pt>
                <c:pt idx="10">
                  <c:v>175.05284061330508</c:v>
                </c:pt>
                <c:pt idx="11">
                  <c:v>175.78222744919404</c:v>
                </c:pt>
                <c:pt idx="12">
                  <c:v>141.88878731599414</c:v>
                </c:pt>
                <c:pt idx="13">
                  <c:v>142.65735158062182</c:v>
                </c:pt>
                <c:pt idx="14">
                  <c:v>143.43007890168357</c:v>
                </c:pt>
                <c:pt idx="15">
                  <c:v>144.20699182906696</c:v>
                </c:pt>
                <c:pt idx="16">
                  <c:v>144.98811303480798</c:v>
                </c:pt>
                <c:pt idx="17">
                  <c:v>145.77346531374616</c:v>
                </c:pt>
                <c:pt idx="18">
                  <c:v>146.56307158419577</c:v>
                </c:pt>
                <c:pt idx="19">
                  <c:v>147.35695488861091</c:v>
                </c:pt>
                <c:pt idx="20">
                  <c:v>148.15513839425716</c:v>
                </c:pt>
                <c:pt idx="21">
                  <c:v>148.95764539389279</c:v>
                </c:pt>
                <c:pt idx="22">
                  <c:v>149.76449930644299</c:v>
                </c:pt>
                <c:pt idx="23">
                  <c:v>150.57572367768626</c:v>
                </c:pt>
                <c:pt idx="24">
                  <c:v>121.9474845601186</c:v>
                </c:pt>
                <c:pt idx="25">
                  <c:v>122.7604677905191</c:v>
                </c:pt>
                <c:pt idx="26">
                  <c:v>123.57887090912237</c:v>
                </c:pt>
                <c:pt idx="27">
                  <c:v>124.40273004851662</c:v>
                </c:pt>
                <c:pt idx="28">
                  <c:v>125.23208158217358</c:v>
                </c:pt>
                <c:pt idx="29">
                  <c:v>126.06696212605441</c:v>
                </c:pt>
                <c:pt idx="30">
                  <c:v>126.9074085402284</c:v>
                </c:pt>
                <c:pt idx="31">
                  <c:v>127.75345793049635</c:v>
                </c:pt>
                <c:pt idx="32">
                  <c:v>128.60514765003376</c:v>
                </c:pt>
                <c:pt idx="33">
                  <c:v>129.4625153010337</c:v>
                </c:pt>
                <c:pt idx="34">
                  <c:v>130.32559873637365</c:v>
                </c:pt>
                <c:pt idx="35">
                  <c:v>131.19443606128266</c:v>
                </c:pt>
                <c:pt idx="36">
                  <c:v>123.13413687092469</c:v>
                </c:pt>
                <c:pt idx="37">
                  <c:v>124.00633700709378</c:v>
                </c:pt>
                <c:pt idx="38">
                  <c:v>124.88471522756105</c:v>
                </c:pt>
                <c:pt idx="39">
                  <c:v>125.76931529375621</c:v>
                </c:pt>
                <c:pt idx="40">
                  <c:v>126.66018127708666</c:v>
                </c:pt>
                <c:pt idx="41">
                  <c:v>127.55735756113302</c:v>
                </c:pt>
                <c:pt idx="42">
                  <c:v>128.46088884385765</c:v>
                </c:pt>
                <c:pt idx="43">
                  <c:v>129.3708201398349</c:v>
                </c:pt>
                <c:pt idx="44">
                  <c:v>130.28719678249257</c:v>
                </c:pt>
                <c:pt idx="45">
                  <c:v>131.21006442636732</c:v>
                </c:pt>
                <c:pt idx="46">
                  <c:v>132.13946904938791</c:v>
                </c:pt>
                <c:pt idx="47">
                  <c:v>133.07545695515481</c:v>
                </c:pt>
                <c:pt idx="48">
                  <c:v>134.01807477525378</c:v>
                </c:pt>
                <c:pt idx="49">
                  <c:v>134.96736947157854</c:v>
                </c:pt>
                <c:pt idx="50">
                  <c:v>135.92338833866935</c:v>
                </c:pt>
                <c:pt idx="51">
                  <c:v>136.88617900606781</c:v>
                </c:pt>
                <c:pt idx="52">
                  <c:v>137.85578944069471</c:v>
                </c:pt>
                <c:pt idx="53">
                  <c:v>138.83226794923263</c:v>
                </c:pt>
                <c:pt idx="54">
                  <c:v>139.81566318053933</c:v>
                </c:pt>
                <c:pt idx="55">
                  <c:v>140.80602412806795</c:v>
                </c:pt>
                <c:pt idx="56">
                  <c:v>141.80340013230852</c:v>
                </c:pt>
                <c:pt idx="57">
                  <c:v>142.80784088324612</c:v>
                </c:pt>
                <c:pt idx="58">
                  <c:v>143.81939642283541</c:v>
                </c:pt>
                <c:pt idx="59">
                  <c:v>144.83811714749788</c:v>
                </c:pt>
                <c:pt idx="60">
                  <c:v>145.86405381062559</c:v>
                </c:pt>
                <c:pt idx="61">
                  <c:v>146.8972575251172</c:v>
                </c:pt>
                <c:pt idx="62">
                  <c:v>147.93777976592003</c:v>
                </c:pt>
                <c:pt idx="63">
                  <c:v>148.98567237259547</c:v>
                </c:pt>
                <c:pt idx="64">
                  <c:v>150.04098755190125</c:v>
                </c:pt>
                <c:pt idx="65">
                  <c:v>151.10377788039386</c:v>
                </c:pt>
                <c:pt idx="66">
                  <c:v>152.17409630704651</c:v>
                </c:pt>
                <c:pt idx="67">
                  <c:v>153.25199615588821</c:v>
                </c:pt>
                <c:pt idx="68">
                  <c:v>154.33753112865907</c:v>
                </c:pt>
                <c:pt idx="69">
                  <c:v>155.43075530748706</c:v>
                </c:pt>
                <c:pt idx="70">
                  <c:v>156.53172315758184</c:v>
                </c:pt>
                <c:pt idx="71">
                  <c:v>157.64048952994747</c:v>
                </c:pt>
                <c:pt idx="72">
                  <c:v>158.75710966411802</c:v>
                </c:pt>
                <c:pt idx="73">
                  <c:v>159.88163919090601</c:v>
                </c:pt>
                <c:pt idx="74">
                  <c:v>161.01413413517452</c:v>
                </c:pt>
                <c:pt idx="75">
                  <c:v>162.15465091863234</c:v>
                </c:pt>
                <c:pt idx="76">
                  <c:v>163.30324636264004</c:v>
                </c:pt>
                <c:pt idx="77">
                  <c:v>164.45997769104096</c:v>
                </c:pt>
                <c:pt idx="78">
                  <c:v>165.62490253301962</c:v>
                </c:pt>
                <c:pt idx="79">
                  <c:v>166.79807892596182</c:v>
                </c:pt>
                <c:pt idx="80">
                  <c:v>167.97956531835371</c:v>
                </c:pt>
                <c:pt idx="81">
                  <c:v>169.16942057269247</c:v>
                </c:pt>
                <c:pt idx="82">
                  <c:v>170.36770396841564</c:v>
                </c:pt>
                <c:pt idx="83">
                  <c:v>171.57447520485766</c:v>
                </c:pt>
                <c:pt idx="84">
                  <c:v>172.78979440422597</c:v>
                </c:pt>
                <c:pt idx="85">
                  <c:v>174.0137221145892</c:v>
                </c:pt>
                <c:pt idx="86">
                  <c:v>175.24631931290151</c:v>
                </c:pt>
                <c:pt idx="87">
                  <c:v>176.48764740803506</c:v>
                </c:pt>
                <c:pt idx="88">
                  <c:v>177.73776824384063</c:v>
                </c:pt>
                <c:pt idx="89">
                  <c:v>178.99674410223543</c:v>
                </c:pt>
                <c:pt idx="90">
                  <c:v>180.26463770629255</c:v>
                </c:pt>
                <c:pt idx="91">
                  <c:v>181.54151222337802</c:v>
                </c:pt>
                <c:pt idx="92">
                  <c:v>182.82743126829502</c:v>
                </c:pt>
                <c:pt idx="93">
                  <c:v>184.1224589064451</c:v>
                </c:pt>
                <c:pt idx="94">
                  <c:v>185.42665965703227</c:v>
                </c:pt>
                <c:pt idx="95">
                  <c:v>186.74009849626952</c:v>
                </c:pt>
                <c:pt idx="96">
                  <c:v>188.06284086061839</c:v>
                </c:pt>
                <c:pt idx="97">
                  <c:v>189.39495265004732</c:v>
                </c:pt>
                <c:pt idx="98">
                  <c:v>190.73650023131785</c:v>
                </c:pt>
                <c:pt idx="99">
                  <c:v>192.08755044129043</c:v>
                </c:pt>
                <c:pt idx="100">
                  <c:v>193.44817059024956</c:v>
                </c:pt>
                <c:pt idx="101">
                  <c:v>194.81842846526445</c:v>
                </c:pt>
                <c:pt idx="102">
                  <c:v>196.19839233355947</c:v>
                </c:pt>
                <c:pt idx="103">
                  <c:v>197.58813094592276</c:v>
                </c:pt>
                <c:pt idx="104">
                  <c:v>198.98771354012251</c:v>
                </c:pt>
                <c:pt idx="105">
                  <c:v>200.39720984436531</c:v>
                </c:pt>
                <c:pt idx="106">
                  <c:v>201.81669008076256</c:v>
                </c:pt>
                <c:pt idx="107">
                  <c:v>203.24622496883455</c:v>
                </c:pt>
                <c:pt idx="108">
                  <c:v>204.6858857290301</c:v>
                </c:pt>
                <c:pt idx="109">
                  <c:v>206.13574408627778</c:v>
                </c:pt>
                <c:pt idx="110">
                  <c:v>207.59587227355519</c:v>
                </c:pt>
                <c:pt idx="111">
                  <c:v>209.06634303549396</c:v>
                </c:pt>
                <c:pt idx="112">
                  <c:v>210.54722963199481</c:v>
                </c:pt>
                <c:pt idx="113">
                  <c:v>212.03860584188772</c:v>
                </c:pt>
                <c:pt idx="114">
                  <c:v>213.54054596660112</c:v>
                </c:pt>
                <c:pt idx="115">
                  <c:v>215.05312483386479</c:v>
                </c:pt>
                <c:pt idx="116">
                  <c:v>216.57641780143831</c:v>
                </c:pt>
                <c:pt idx="117">
                  <c:v>218.11050076086417</c:v>
                </c:pt>
                <c:pt idx="118">
                  <c:v>219.65545014125428</c:v>
                </c:pt>
                <c:pt idx="119">
                  <c:v>221.21134291308829</c:v>
                </c:pt>
                <c:pt idx="120">
                  <c:v>222.77825659205578</c:v>
                </c:pt>
                <c:pt idx="121">
                  <c:v>224.35626924291671</c:v>
                </c:pt>
                <c:pt idx="122">
                  <c:v>225.94545948338691</c:v>
                </c:pt>
                <c:pt idx="123">
                  <c:v>227.54590648806084</c:v>
                </c:pt>
                <c:pt idx="124">
                  <c:v>229.15768999235118</c:v>
                </c:pt>
                <c:pt idx="125">
                  <c:v>230.78089029646378</c:v>
                </c:pt>
                <c:pt idx="126">
                  <c:v>232.41558826939649</c:v>
                </c:pt>
                <c:pt idx="127">
                  <c:v>234.06186535297201</c:v>
                </c:pt>
                <c:pt idx="128">
                  <c:v>235.71980356588799</c:v>
                </c:pt>
                <c:pt idx="129">
                  <c:v>237.38948550781404</c:v>
                </c:pt>
                <c:pt idx="130">
                  <c:v>239.07099436349426</c:v>
                </c:pt>
                <c:pt idx="131">
                  <c:v>240.76441390690218</c:v>
                </c:pt>
                <c:pt idx="132">
                  <c:v>242.46982850540996</c:v>
                </c:pt>
                <c:pt idx="133">
                  <c:v>244.18732312398947</c:v>
                </c:pt>
                <c:pt idx="134">
                  <c:v>245.91698332945077</c:v>
                </c:pt>
                <c:pt idx="135">
                  <c:v>247.65889529470095</c:v>
                </c:pt>
                <c:pt idx="136">
                  <c:v>249.4131458030389</c:v>
                </c:pt>
                <c:pt idx="137">
                  <c:v>251.17982225247715</c:v>
                </c:pt>
                <c:pt idx="138">
                  <c:v>252.95901266009878</c:v>
                </c:pt>
                <c:pt idx="139">
                  <c:v>254.75080566644075</c:v>
                </c:pt>
                <c:pt idx="140">
                  <c:v>256.55529053991262</c:v>
                </c:pt>
                <c:pt idx="141">
                  <c:v>258.37255718123635</c:v>
                </c:pt>
                <c:pt idx="142">
                  <c:v>260.20269612793732</c:v>
                </c:pt>
                <c:pt idx="143">
                  <c:v>262.04579855884265</c:v>
                </c:pt>
                <c:pt idx="144">
                  <c:v>263.90195629863354</c:v>
                </c:pt>
                <c:pt idx="145">
                  <c:v>265.7712618224167</c:v>
                </c:pt>
                <c:pt idx="146">
                  <c:v>267.65380826032572</c:v>
                </c:pt>
                <c:pt idx="147">
                  <c:v>269.54968940216941</c:v>
                </c:pt>
                <c:pt idx="148">
                  <c:v>271.45899970210047</c:v>
                </c:pt>
                <c:pt idx="149">
                  <c:v>273.38183428332457</c:v>
                </c:pt>
                <c:pt idx="150">
                  <c:v>275.31828894283149</c:v>
                </c:pt>
                <c:pt idx="151">
                  <c:v>277.2684601561765</c:v>
                </c:pt>
                <c:pt idx="152">
                  <c:v>279.23244508228186</c:v>
                </c:pt>
                <c:pt idx="153">
                  <c:v>281.21034156828119</c:v>
                </c:pt>
                <c:pt idx="154">
                  <c:v>283.20224815439082</c:v>
                </c:pt>
                <c:pt idx="155">
                  <c:v>285.20826407881765</c:v>
                </c:pt>
                <c:pt idx="156">
                  <c:v>287.22848928270929</c:v>
                </c:pt>
                <c:pt idx="157">
                  <c:v>289.26302441512865</c:v>
                </c:pt>
                <c:pt idx="158">
                  <c:v>291.31197083806916</c:v>
                </c:pt>
                <c:pt idx="159">
                  <c:v>293.37543063150548</c:v>
                </c:pt>
                <c:pt idx="160">
                  <c:v>295.45350659847793</c:v>
                </c:pt>
                <c:pt idx="161">
                  <c:v>297.54630227021715</c:v>
                </c:pt>
                <c:pt idx="162">
                  <c:v>299.6539219112986</c:v>
                </c:pt>
                <c:pt idx="163">
                  <c:v>301.77647052483701</c:v>
                </c:pt>
                <c:pt idx="164">
                  <c:v>303.91405385772134</c:v>
                </c:pt>
                <c:pt idx="165">
                  <c:v>306.06677840587906</c:v>
                </c:pt>
                <c:pt idx="166">
                  <c:v>308.23475141958829</c:v>
                </c:pt>
                <c:pt idx="167">
                  <c:v>310.41808090881023</c:v>
                </c:pt>
                <c:pt idx="168">
                  <c:v>312.61687564858124</c:v>
                </c:pt>
                <c:pt idx="169">
                  <c:v>314.83124518442548</c:v>
                </c:pt>
                <c:pt idx="170">
                  <c:v>317.06129983781506</c:v>
                </c:pt>
                <c:pt idx="171">
                  <c:v>319.30715071166634</c:v>
                </c:pt>
                <c:pt idx="172">
                  <c:v>321.56890969587397</c:v>
                </c:pt>
                <c:pt idx="173">
                  <c:v>323.84668947288634</c:v>
                </c:pt>
                <c:pt idx="174">
                  <c:v>326.14060352332069</c:v>
                </c:pt>
                <c:pt idx="175">
                  <c:v>328.45076613160956</c:v>
                </c:pt>
                <c:pt idx="176">
                  <c:v>330.77729239170878</c:v>
                </c:pt>
                <c:pt idx="177">
                  <c:v>333.12029821281641</c:v>
                </c:pt>
                <c:pt idx="178">
                  <c:v>335.4799003251573</c:v>
                </c:pt>
                <c:pt idx="179">
                  <c:v>337.85621628579366</c:v>
                </c:pt>
                <c:pt idx="180">
                  <c:v>340.24936448448466</c:v>
                </c:pt>
                <c:pt idx="181">
                  <c:v>342.6594641495841</c:v>
                </c:pt>
                <c:pt idx="182">
                  <c:v>345.08663535397534</c:v>
                </c:pt>
                <c:pt idx="183">
                  <c:v>347.53099902106675</c:v>
                </c:pt>
                <c:pt idx="184">
                  <c:v>349.99267693079895</c:v>
                </c:pt>
                <c:pt idx="185">
                  <c:v>352.47179172572567</c:v>
                </c:pt>
                <c:pt idx="186">
                  <c:v>354.96846691711625</c:v>
                </c:pt>
                <c:pt idx="187">
                  <c:v>357.4828268911125</c:v>
                </c:pt>
                <c:pt idx="188">
                  <c:v>360.01499691492461</c:v>
                </c:pt>
                <c:pt idx="189">
                  <c:v>362.56510314307195</c:v>
                </c:pt>
                <c:pt idx="190">
                  <c:v>365.13327262366931</c:v>
                </c:pt>
                <c:pt idx="191">
                  <c:v>367.71963330475404</c:v>
                </c:pt>
                <c:pt idx="192">
                  <c:v>370.32431404066165</c:v>
                </c:pt>
                <c:pt idx="193">
                  <c:v>372.94744459844981</c:v>
                </c:pt>
                <c:pt idx="194">
                  <c:v>375.58915566435547</c:v>
                </c:pt>
                <c:pt idx="195">
                  <c:v>378.24957885031137</c:v>
                </c:pt>
                <c:pt idx="196">
                  <c:v>380.92884670050103</c:v>
                </c:pt>
                <c:pt idx="197">
                  <c:v>383.62709269796375</c:v>
                </c:pt>
                <c:pt idx="198">
                  <c:v>386.3444512712403</c:v>
                </c:pt>
                <c:pt idx="199">
                  <c:v>389.08105780107707</c:v>
                </c:pt>
                <c:pt idx="200">
                  <c:v>391.83704862716911</c:v>
                </c:pt>
                <c:pt idx="201">
                  <c:v>394.61256105494488</c:v>
                </c:pt>
                <c:pt idx="202">
                  <c:v>397.40773336241699</c:v>
                </c:pt>
                <c:pt idx="203">
                  <c:v>400.22270480706783</c:v>
                </c:pt>
                <c:pt idx="204">
                  <c:v>403.05761563278475</c:v>
                </c:pt>
                <c:pt idx="205">
                  <c:v>405.91260707685018</c:v>
                </c:pt>
                <c:pt idx="206">
                  <c:v>408.78782137697783</c:v>
                </c:pt>
                <c:pt idx="207">
                  <c:v>411.68340177839815</c:v>
                </c:pt>
                <c:pt idx="208">
                  <c:v>414.59949254099513</c:v>
                </c:pt>
                <c:pt idx="209">
                  <c:v>417.53623894649212</c:v>
                </c:pt>
                <c:pt idx="210">
                  <c:v>420.49378730569725</c:v>
                </c:pt>
                <c:pt idx="211">
                  <c:v>423.4722849657802</c:v>
                </c:pt>
                <c:pt idx="212">
                  <c:v>426.47188031762118</c:v>
                </c:pt>
                <c:pt idx="213">
                  <c:v>429.49272280320423</c:v>
                </c:pt>
                <c:pt idx="214">
                  <c:v>432.53496292306102</c:v>
                </c:pt>
                <c:pt idx="215">
                  <c:v>435.59875224376526</c:v>
                </c:pt>
                <c:pt idx="216">
                  <c:v>438.684243405492</c:v>
                </c:pt>
                <c:pt idx="217">
                  <c:v>441.79159012961424</c:v>
                </c:pt>
                <c:pt idx="218">
                  <c:v>444.92094722636568</c:v>
                </c:pt>
                <c:pt idx="219">
                  <c:v>448.07247060255247</c:v>
                </c:pt>
                <c:pt idx="220">
                  <c:v>451.24631726932029</c:v>
                </c:pt>
                <c:pt idx="221">
                  <c:v>454.44264534997831</c:v>
                </c:pt>
                <c:pt idx="222">
                  <c:v>457.66161408787383</c:v>
                </c:pt>
                <c:pt idx="223">
                  <c:v>460.9033838543296</c:v>
                </c:pt>
                <c:pt idx="224">
                  <c:v>464.16811615663113</c:v>
                </c:pt>
                <c:pt idx="225">
                  <c:v>467.45597364607369</c:v>
                </c:pt>
                <c:pt idx="226">
                  <c:v>470.76712012606708</c:v>
                </c:pt>
                <c:pt idx="227">
                  <c:v>474.10172056029324</c:v>
                </c:pt>
                <c:pt idx="228">
                  <c:v>477.45994108092901</c:v>
                </c:pt>
                <c:pt idx="229">
                  <c:v>480.84194899691857</c:v>
                </c:pt>
                <c:pt idx="230">
                  <c:v>484.24791280231341</c:v>
                </c:pt>
                <c:pt idx="231">
                  <c:v>487.67800218466391</c:v>
                </c:pt>
                <c:pt idx="232">
                  <c:v>491.13238803347178</c:v>
                </c:pt>
                <c:pt idx="233">
                  <c:v>494.6112424487082</c:v>
                </c:pt>
                <c:pt idx="234">
                  <c:v>498.11473874938656</c:v>
                </c:pt>
                <c:pt idx="235">
                  <c:v>501.64305148219393</c:v>
                </c:pt>
                <c:pt idx="236">
                  <c:v>505.19635643019251</c:v>
                </c:pt>
                <c:pt idx="237">
                  <c:v>508.77483062157404</c:v>
                </c:pt>
                <c:pt idx="238">
                  <c:v>512.37865233847754</c:v>
                </c:pt>
                <c:pt idx="239">
                  <c:v>516.00800112587444</c:v>
                </c:pt>
                <c:pt idx="240">
                  <c:v>519.66305780051607</c:v>
                </c:pt>
                <c:pt idx="241">
                  <c:v>523.34400445993629</c:v>
                </c:pt>
                <c:pt idx="242">
                  <c:v>527.05102449152582</c:v>
                </c:pt>
                <c:pt idx="243">
                  <c:v>530.78430258167862</c:v>
                </c:pt>
                <c:pt idx="244">
                  <c:v>534.54402472496247</c:v>
                </c:pt>
                <c:pt idx="245">
                  <c:v>538.33037823343125</c:v>
                </c:pt>
                <c:pt idx="246">
                  <c:v>542.14355174591799</c:v>
                </c:pt>
                <c:pt idx="247">
                  <c:v>545.98373523745431</c:v>
                </c:pt>
                <c:pt idx="248">
                  <c:v>549.85112002871517</c:v>
                </c:pt>
                <c:pt idx="249">
                  <c:v>553.74589879558698</c:v>
                </c:pt>
                <c:pt idx="250">
                  <c:v>557.66826557872253</c:v>
                </c:pt>
                <c:pt idx="251">
                  <c:v>561.61841579323789</c:v>
                </c:pt>
                <c:pt idx="252">
                  <c:v>565.59654623844051</c:v>
                </c:pt>
                <c:pt idx="253">
                  <c:v>569.60285510762935</c:v>
                </c:pt>
                <c:pt idx="254">
                  <c:v>573.63754199797506</c:v>
                </c:pt>
                <c:pt idx="255">
                  <c:v>577.70080792046213</c:v>
                </c:pt>
                <c:pt idx="256">
                  <c:v>581.79285530989853</c:v>
                </c:pt>
                <c:pt idx="257">
                  <c:v>585.91388803500911</c:v>
                </c:pt>
                <c:pt idx="258">
                  <c:v>590.06411140859041</c:v>
                </c:pt>
                <c:pt idx="259">
                  <c:v>594.24373219773463</c:v>
                </c:pt>
                <c:pt idx="260">
                  <c:v>598.45295863413526</c:v>
                </c:pt>
                <c:pt idx="261">
                  <c:v>602.69200042446039</c:v>
                </c:pt>
                <c:pt idx="262">
                  <c:v>606.96106876079875</c:v>
                </c:pt>
                <c:pt idx="263">
                  <c:v>611.26037633119131</c:v>
                </c:pt>
                <c:pt idx="264">
                  <c:v>615.59013733020254</c:v>
                </c:pt>
                <c:pt idx="265">
                  <c:v>619.95056746962416</c:v>
                </c:pt>
                <c:pt idx="266">
                  <c:v>624.34188398920048</c:v>
                </c:pt>
                <c:pt idx="267">
                  <c:v>628.76430566745853</c:v>
                </c:pt>
                <c:pt idx="268">
                  <c:v>633.21805283260255</c:v>
                </c:pt>
                <c:pt idx="269">
                  <c:v>637.70334737350129</c:v>
                </c:pt>
                <c:pt idx="270">
                  <c:v>642.22041275072843</c:v>
                </c:pt>
                <c:pt idx="271">
                  <c:v>646.76947400771303</c:v>
                </c:pt>
                <c:pt idx="272">
                  <c:v>651.35075778193197</c:v>
                </c:pt>
                <c:pt idx="273">
                  <c:v>655.96449231622285</c:v>
                </c:pt>
                <c:pt idx="274">
                  <c:v>660.61090747012952</c:v>
                </c:pt>
                <c:pt idx="275">
                  <c:v>665.29023473137772</c:v>
                </c:pt>
                <c:pt idx="276">
                  <c:v>670.00270722739185</c:v>
                </c:pt>
                <c:pt idx="277">
                  <c:v>674.74855973691751</c:v>
                </c:pt>
                <c:pt idx="278">
                  <c:v>679.52802870172047</c:v>
                </c:pt>
                <c:pt idx="279">
                  <c:v>684.34135223835801</c:v>
                </c:pt>
                <c:pt idx="280">
                  <c:v>689.18877015004887</c:v>
                </c:pt>
                <c:pt idx="281">
                  <c:v>694.07052393860954</c:v>
                </c:pt>
                <c:pt idx="282">
                  <c:v>698.9868568165075</c:v>
                </c:pt>
                <c:pt idx="283">
                  <c:v>703.93801371895768</c:v>
                </c:pt>
                <c:pt idx="284">
                  <c:v>708.9242413161337</c:v>
                </c:pt>
                <c:pt idx="285">
                  <c:v>713.9457880254563</c:v>
                </c:pt>
                <c:pt idx="286">
                  <c:v>719.00290402396843</c:v>
                </c:pt>
                <c:pt idx="287">
                  <c:v>724.0958412608087</c:v>
                </c:pt>
                <c:pt idx="288">
                  <c:v>729.22485346973804</c:v>
                </c:pt>
                <c:pt idx="289">
                  <c:v>734.39019618181271</c:v>
                </c:pt>
                <c:pt idx="290">
                  <c:v>739.59212673810225</c:v>
                </c:pt>
                <c:pt idx="291">
                  <c:v>744.83090430249717</c:v>
                </c:pt>
                <c:pt idx="292">
                  <c:v>750.10678987463984</c:v>
                </c:pt>
                <c:pt idx="293">
                  <c:v>755.42004630291797</c:v>
                </c:pt>
                <c:pt idx="294">
                  <c:v>760.77093829756609</c:v>
                </c:pt>
                <c:pt idx="295">
                  <c:v>766.15973244383861</c:v>
                </c:pt>
                <c:pt idx="296">
                  <c:v>771.58669721531578</c:v>
                </c:pt>
                <c:pt idx="297">
                  <c:v>777.0521029872574</c:v>
                </c:pt>
                <c:pt idx="298">
                  <c:v>782.55622205008297</c:v>
                </c:pt>
                <c:pt idx="299">
                  <c:v>788.0993286229384</c:v>
                </c:pt>
                <c:pt idx="300">
                  <c:v>-5.3865297407659247E-12</c:v>
                </c:pt>
                <c:pt idx="301">
                  <c:v>-5.4246843264296746E-12</c:v>
                </c:pt>
                <c:pt idx="302">
                  <c:v>-5.4631091737419056E-12</c:v>
                </c:pt>
                <c:pt idx="303">
                  <c:v>-5.5018061970559061E-12</c:v>
                </c:pt>
                <c:pt idx="304">
                  <c:v>-5.5407773242850484E-12</c:v>
                </c:pt>
                <c:pt idx="305">
                  <c:v>-5.5800244969987339E-12</c:v>
                </c:pt>
                <c:pt idx="306">
                  <c:v>-5.6195496705191384E-12</c:v>
                </c:pt>
                <c:pt idx="307">
                  <c:v>-5.6593548140186504E-12</c:v>
                </c:pt>
                <c:pt idx="308">
                  <c:v>-5.6994419106179469E-12</c:v>
                </c:pt>
                <c:pt idx="309">
                  <c:v>-5.7398129574848315E-12</c:v>
                </c:pt>
                <c:pt idx="310">
                  <c:v>-5.7804699659337005E-12</c:v>
                </c:pt>
                <c:pt idx="311">
                  <c:v>-5.8214149615256939E-12</c:v>
                </c:pt>
                <c:pt idx="312">
                  <c:v>-5.8626499841698612E-12</c:v>
                </c:pt>
                <c:pt idx="313">
                  <c:v>-5.9041770882243912E-12</c:v>
                </c:pt>
                <c:pt idx="314">
                  <c:v>-5.9459983425993118E-12</c:v>
                </c:pt>
                <c:pt idx="315">
                  <c:v>-5.9881158308593789E-12</c:v>
                </c:pt>
                <c:pt idx="316">
                  <c:v>-6.0305316513279641E-12</c:v>
                </c:pt>
                <c:pt idx="317">
                  <c:v>-6.0732479171915562E-12</c:v>
                </c:pt>
                <c:pt idx="318">
                  <c:v>-6.1162667566049894E-12</c:v>
                </c:pt>
                <c:pt idx="319">
                  <c:v>-6.1595903127976043E-12</c:v>
                </c:pt>
                <c:pt idx="320">
                  <c:v>-6.2032207441799369E-12</c:v>
                </c:pt>
                <c:pt idx="321">
                  <c:v>-6.2471602244512011E-12</c:v>
                </c:pt>
                <c:pt idx="322">
                  <c:v>-6.2914109427077214E-12</c:v>
                </c:pt>
                <c:pt idx="323">
                  <c:v>-6.335975103551911E-12</c:v>
                </c:pt>
                <c:pt idx="324">
                  <c:v>-6.3808549272020556E-12</c:v>
                </c:pt>
                <c:pt idx="325">
                  <c:v>-6.4260526496030842E-12</c:v>
                </c:pt>
                <c:pt idx="326">
                  <c:v>-6.4715705225377717E-12</c:v>
                </c:pt>
                <c:pt idx="327">
                  <c:v>-6.5174108137390688E-12</c:v>
                </c:pt>
                <c:pt idx="328">
                  <c:v>-6.5635758070030522E-12</c:v>
                </c:pt>
                <c:pt idx="329">
                  <c:v>-6.6100678023026728E-12</c:v>
                </c:pt>
                <c:pt idx="330">
                  <c:v>-6.6568891159023213E-12</c:v>
                </c:pt>
                <c:pt idx="331">
                  <c:v>-6.704042080473298E-12</c:v>
                </c:pt>
                <c:pt idx="332">
                  <c:v>-6.7515290452099811E-12</c:v>
                </c:pt>
                <c:pt idx="333">
                  <c:v>-6.7993523759468878E-12</c:v>
                </c:pt>
                <c:pt idx="334">
                  <c:v>-6.8475144552764816E-12</c:v>
                </c:pt>
                <c:pt idx="335">
                  <c:v>-6.896017682668042E-12</c:v>
                </c:pt>
                <c:pt idx="336">
                  <c:v>-6.9448644745869373E-12</c:v>
                </c:pt>
                <c:pt idx="337">
                  <c:v>-6.9940572646152509E-12</c:v>
                </c:pt>
                <c:pt idx="338">
                  <c:v>-7.0435985035729553E-12</c:v>
                </c:pt>
                <c:pt idx="339">
                  <c:v>-7.0934906596399268E-12</c:v>
                </c:pt>
                <c:pt idx="340">
                  <c:v>-7.1437362184790338E-12</c:v>
                </c:pt>
                <c:pt idx="341">
                  <c:v>-7.1943376833599345E-12</c:v>
                </c:pt>
                <c:pt idx="342">
                  <c:v>-7.2452975752837493E-12</c:v>
                </c:pt>
                <c:pt idx="343">
                  <c:v>-7.2966184331086823E-12</c:v>
                </c:pt>
                <c:pt idx="344">
                  <c:v>-7.3483028136765155E-12</c:v>
                </c:pt>
                <c:pt idx="345">
                  <c:v>-7.4003532919400769E-12</c:v>
                </c:pt>
                <c:pt idx="346">
                  <c:v>-7.452772461091308E-12</c:v>
                </c:pt>
                <c:pt idx="347">
                  <c:v>-7.5055629326907072E-12</c:v>
                </c:pt>
                <c:pt idx="348">
                  <c:v>-7.5587273367972536E-12</c:v>
                </c:pt>
                <c:pt idx="349">
                  <c:v>-7.612268322099572E-12</c:v>
                </c:pt>
                <c:pt idx="350">
                  <c:v>-7.666188556047753E-12</c:v>
                </c:pt>
                <c:pt idx="351">
                  <c:v>-7.7204907249864484E-12</c:v>
                </c:pt>
                <c:pt idx="352">
                  <c:v>-7.7751775342884355E-12</c:v>
                </c:pt>
                <c:pt idx="353">
                  <c:v>-7.8302517084896586E-12</c:v>
                </c:pt>
                <c:pt idx="354">
                  <c:v>-7.8857159914247819E-12</c:v>
                </c:pt>
                <c:pt idx="355">
                  <c:v>-7.9415731463640523E-12</c:v>
                </c:pt>
                <c:pt idx="356">
                  <c:v>-7.9978259561507746E-12</c:v>
                </c:pt>
                <c:pt idx="357">
                  <c:v>-8.0544772233401872E-12</c:v>
                </c:pt>
                <c:pt idx="358">
                  <c:v>-8.1115297703388261E-12</c:v>
                </c:pt>
                <c:pt idx="359">
                  <c:v>-8.1689864395454346E-12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1786752"/>
        <c:axId val="101788288"/>
      </c:barChart>
      <c:lineChart>
        <c:grouping val="standard"/>
        <c:varyColors val="0"/>
        <c:ser>
          <c:idx val="2"/>
          <c:order val="2"/>
          <c:tx>
            <c:v>Loan Balance</c:v>
          </c:tx>
          <c:spPr>
            <a:ln>
              <a:solidFill>
                <a:schemeClr val="accent2">
                  <a:lumMod val="50000"/>
                </a:schemeClr>
              </a:solidFill>
            </a:ln>
          </c:spPr>
          <c:marker>
            <c:symbol val="none"/>
          </c:marker>
          <c:val>
            <c:numRef>
              <c:f>ARM!$B$23:$B$382</c:f>
              <c:numCache>
                <c:formatCode>_("$"* #,##0_);_("$"* \(#,##0\);_("$"* "-"??_);_(@_)</c:formatCode>
                <c:ptCount val="360"/>
                <c:pt idx="0">
                  <c:v>100000</c:v>
                </c:pt>
                <c:pt idx="1">
                  <c:v>99832.07662515869</c:v>
                </c:pt>
                <c:pt idx="2">
                  <c:v>99663.453569588877</c:v>
                </c:pt>
                <c:pt idx="3">
                  <c:v>99494.127917954407</c:v>
                </c:pt>
                <c:pt idx="4">
                  <c:v>99324.096742771013</c:v>
                </c:pt>
                <c:pt idx="5">
                  <c:v>99153.357104357987</c:v>
                </c:pt>
                <c:pt idx="6">
                  <c:v>98981.906050784761</c:v>
                </c:pt>
                <c:pt idx="7">
                  <c:v>98809.740617821648</c:v>
                </c:pt>
                <c:pt idx="8">
                  <c:v>98636.857828888271</c:v>
                </c:pt>
                <c:pt idx="9">
                  <c:v>98463.254695000389</c:v>
                </c:pt>
                <c:pt idx="10">
                  <c:v>98288.928214721571</c:v>
                </c:pt>
                <c:pt idx="11">
                  <c:v>98113.875374108407</c:v>
                </c:pt>
                <c:pt idx="12">
                  <c:v>97938.09314665907</c:v>
                </c:pt>
                <c:pt idx="13">
                  <c:v>97796.204359343072</c:v>
                </c:pt>
                <c:pt idx="14">
                  <c:v>97653.547007762318</c:v>
                </c:pt>
                <c:pt idx="15">
                  <c:v>97510.116928860793</c:v>
                </c:pt>
                <c:pt idx="16">
                  <c:v>97365.909937031713</c:v>
                </c:pt>
                <c:pt idx="17">
                  <c:v>97220.921823996905</c:v>
                </c:pt>
                <c:pt idx="18">
                  <c:v>97075.148358683349</c:v>
                </c:pt>
                <c:pt idx="19">
                  <c:v>96928.585287098962</c:v>
                </c:pt>
                <c:pt idx="20">
                  <c:v>96781.228332210347</c:v>
                </c:pt>
                <c:pt idx="21">
                  <c:v>96633.07319381609</c:v>
                </c:pt>
                <c:pt idx="22">
                  <c:v>96484.115548422138</c:v>
                </c:pt>
                <c:pt idx="23">
                  <c:v>96334.35104911575</c:v>
                </c:pt>
                <c:pt idx="24">
                  <c:v>96183.775325438357</c:v>
                </c:pt>
                <c:pt idx="25">
                  <c:v>96061.827840877944</c:v>
                </c:pt>
                <c:pt idx="26">
                  <c:v>95939.067373087368</c:v>
                </c:pt>
                <c:pt idx="27">
                  <c:v>95815.488502178268</c:v>
                </c:pt>
                <c:pt idx="28">
                  <c:v>95691.085772129678</c:v>
                </c:pt>
                <c:pt idx="29">
                  <c:v>95565.853690547607</c:v>
                </c:pt>
                <c:pt idx="30">
                  <c:v>95439.786728421546</c:v>
                </c:pt>
                <c:pt idx="31">
                  <c:v>95312.879319881627</c:v>
                </c:pt>
                <c:pt idx="32">
                  <c:v>95185.125861951004</c:v>
                </c:pt>
                <c:pt idx="33">
                  <c:v>95056.520714300976</c:v>
                </c:pt>
                <c:pt idx="34">
                  <c:v>94927.058198999977</c:v>
                </c:pt>
                <c:pt idx="35">
                  <c:v>94796.732600263378</c:v>
                </c:pt>
                <c:pt idx="36">
                  <c:v>94665.538164202124</c:v>
                </c:pt>
                <c:pt idx="37">
                  <c:v>94542.404027331257</c:v>
                </c:pt>
                <c:pt idx="38">
                  <c:v>94418.397690324098</c:v>
                </c:pt>
                <c:pt idx="39">
                  <c:v>94293.512975096193</c:v>
                </c:pt>
                <c:pt idx="40">
                  <c:v>94167.743659802465</c:v>
                </c:pt>
                <c:pt idx="41">
                  <c:v>94041.083478525703</c:v>
                </c:pt>
                <c:pt idx="42">
                  <c:v>93913.526120964583</c:v>
                </c:pt>
                <c:pt idx="43">
                  <c:v>93785.065232120483</c:v>
                </c:pt>
                <c:pt idx="44">
                  <c:v>93655.69441198108</c:v>
                </c:pt>
                <c:pt idx="45">
                  <c:v>93525.407215198371</c:v>
                </c:pt>
                <c:pt idx="46">
                  <c:v>93394.197150772015</c:v>
                </c:pt>
                <c:pt idx="47">
                  <c:v>93262.057681722348</c:v>
                </c:pt>
                <c:pt idx="48">
                  <c:v>93128.982224767373</c:v>
                </c:pt>
                <c:pt idx="49">
                  <c:v>92994.964149992215</c:v>
                </c:pt>
                <c:pt idx="50">
                  <c:v>92859.996780520378</c:v>
                </c:pt>
                <c:pt idx="51">
                  <c:v>92724.073392182007</c:v>
                </c:pt>
                <c:pt idx="52">
                  <c:v>92587.187213175916</c:v>
                </c:pt>
                <c:pt idx="53">
                  <c:v>92449.331423735508</c:v>
                </c:pt>
                <c:pt idx="54">
                  <c:v>92310.499155786005</c:v>
                </c:pt>
                <c:pt idx="55">
                  <c:v>92170.683492605487</c:v>
                </c:pt>
                <c:pt idx="56">
                  <c:v>92029.877468477425</c:v>
                </c:pt>
                <c:pt idx="57">
                  <c:v>91888.074068345421</c:v>
                </c:pt>
                <c:pt idx="58">
                  <c:v>91745.266227461718</c:v>
                </c:pt>
                <c:pt idx="59">
                  <c:v>91601.446831038644</c:v>
                </c:pt>
                <c:pt idx="60">
                  <c:v>91456.608713891706</c:v>
                </c:pt>
                <c:pt idx="61">
                  <c:v>91310.744660080876</c:v>
                </c:pt>
                <c:pt idx="62">
                  <c:v>91163.847402555766</c:v>
                </c:pt>
                <c:pt idx="63">
                  <c:v>91015.909622789855</c:v>
                </c:pt>
                <c:pt idx="64">
                  <c:v>90866.923950417244</c:v>
                </c:pt>
                <c:pt idx="65">
                  <c:v>90716.882962865406</c:v>
                </c:pt>
                <c:pt idx="66">
                  <c:v>90565.779184985353</c:v>
                </c:pt>
                <c:pt idx="67">
                  <c:v>90413.605088677927</c:v>
                </c:pt>
                <c:pt idx="68">
                  <c:v>90260.353092522011</c:v>
                </c:pt>
                <c:pt idx="69">
                  <c:v>90106.01556139336</c:v>
                </c:pt>
                <c:pt idx="70">
                  <c:v>89950.584806085884</c:v>
                </c:pt>
                <c:pt idx="71">
                  <c:v>89794.053082928294</c:v>
                </c:pt>
                <c:pt idx="72">
                  <c:v>89636.412593398127</c:v>
                </c:pt>
                <c:pt idx="73">
                  <c:v>89477.655483734474</c:v>
                </c:pt>
                <c:pt idx="74">
                  <c:v>89317.773844543321</c:v>
                </c:pt>
                <c:pt idx="75">
                  <c:v>89156.759710408398</c:v>
                </c:pt>
                <c:pt idx="76">
                  <c:v>88994.60505948952</c:v>
                </c:pt>
                <c:pt idx="77">
                  <c:v>88831.301813126818</c:v>
                </c:pt>
                <c:pt idx="78">
                  <c:v>88666.841835435829</c:v>
                </c:pt>
                <c:pt idx="79">
                  <c:v>88501.216932902506</c:v>
                </c:pt>
                <c:pt idx="80">
                  <c:v>88334.418853976516</c:v>
                </c:pt>
                <c:pt idx="81">
                  <c:v>88166.439288658468</c:v>
                </c:pt>
                <c:pt idx="82">
                  <c:v>87997.26986808599</c:v>
                </c:pt>
                <c:pt idx="83">
                  <c:v>87826.902164117389</c:v>
                </c:pt>
                <c:pt idx="84">
                  <c:v>87655.327688912512</c:v>
                </c:pt>
                <c:pt idx="85">
                  <c:v>87482.537894508307</c:v>
                </c:pt>
                <c:pt idx="86">
                  <c:v>87308.524172393722</c:v>
                </c:pt>
                <c:pt idx="87">
                  <c:v>87133.277853080814</c:v>
                </c:pt>
                <c:pt idx="88">
                  <c:v>86956.790205672412</c:v>
                </c:pt>
                <c:pt idx="89">
                  <c:v>86779.052437428938</c:v>
                </c:pt>
                <c:pt idx="90">
                  <c:v>86600.055693326678</c:v>
                </c:pt>
                <c:pt idx="91">
                  <c:v>86419.791055620371</c:v>
                </c:pt>
                <c:pt idx="92">
                  <c:v>86238.249543397018</c:v>
                </c:pt>
                <c:pt idx="93">
                  <c:v>86055.422112128741</c:v>
                </c:pt>
                <c:pt idx="94">
                  <c:v>85871.299653222115</c:v>
                </c:pt>
                <c:pt idx="95">
                  <c:v>85685.872993565252</c:v>
                </c:pt>
                <c:pt idx="96">
                  <c:v>85499.132895068979</c:v>
                </c:pt>
                <c:pt idx="97">
                  <c:v>85311.070054208423</c:v>
                </c:pt>
                <c:pt idx="98">
                  <c:v>85121.675101558547</c:v>
                </c:pt>
                <c:pt idx="99">
                  <c:v>84930.938601326678</c:v>
                </c:pt>
                <c:pt idx="100">
                  <c:v>84738.851050886049</c:v>
                </c:pt>
                <c:pt idx="101">
                  <c:v>84545.402880295398</c:v>
                </c:pt>
                <c:pt idx="102">
                  <c:v>84350.584451830407</c:v>
                </c:pt>
                <c:pt idx="103">
                  <c:v>84154.386059496639</c:v>
                </c:pt>
                <c:pt idx="104">
                  <c:v>83956.797928550717</c:v>
                </c:pt>
                <c:pt idx="105">
                  <c:v>83757.810215010337</c:v>
                </c:pt>
                <c:pt idx="106">
                  <c:v>83557.413005165945</c:v>
                </c:pt>
                <c:pt idx="107">
                  <c:v>83355.596315085408</c:v>
                </c:pt>
                <c:pt idx="108">
                  <c:v>83152.350090116641</c:v>
                </c:pt>
                <c:pt idx="109">
                  <c:v>82947.664204387605</c:v>
                </c:pt>
                <c:pt idx="110">
                  <c:v>82741.528460301532</c:v>
                </c:pt>
                <c:pt idx="111">
                  <c:v>82533.932588027412</c:v>
                </c:pt>
                <c:pt idx="112">
                  <c:v>82324.86624499227</c:v>
                </c:pt>
                <c:pt idx="113">
                  <c:v>82114.319015360292</c:v>
                </c:pt>
                <c:pt idx="114">
                  <c:v>81902.280409518411</c:v>
                </c:pt>
                <c:pt idx="115">
                  <c:v>81688.739863551804</c:v>
                </c:pt>
                <c:pt idx="116">
                  <c:v>81473.686738717937</c:v>
                </c:pt>
                <c:pt idx="117">
                  <c:v>81257.110320916501</c:v>
                </c:pt>
                <c:pt idx="118">
                  <c:v>81038.99982015563</c:v>
                </c:pt>
                <c:pt idx="119">
                  <c:v>80819.344370014369</c:v>
                </c:pt>
                <c:pt idx="120">
                  <c:v>80598.133027101285</c:v>
                </c:pt>
                <c:pt idx="121">
                  <c:v>80375.354770509235</c:v>
                </c:pt>
                <c:pt idx="122">
                  <c:v>80150.998501266004</c:v>
                </c:pt>
                <c:pt idx="123">
                  <c:v>79925.053041782943</c:v>
                </c:pt>
                <c:pt idx="124">
                  <c:v>79697.507135294873</c:v>
                </c:pt>
                <c:pt idx="125">
                  <c:v>79468.349445302418</c:v>
                </c:pt>
                <c:pt idx="126">
                  <c:v>79237.568555005972</c:v>
                </c:pt>
                <c:pt idx="127">
                  <c:v>79005.152966736685</c:v>
                </c:pt>
                <c:pt idx="128">
                  <c:v>78771.091101383703</c:v>
                </c:pt>
                <c:pt idx="129">
                  <c:v>78535.371297817823</c:v>
                </c:pt>
                <c:pt idx="130">
                  <c:v>78297.981812309998</c:v>
                </c:pt>
                <c:pt idx="131">
                  <c:v>78058.910817946278</c:v>
                </c:pt>
                <c:pt idx="132">
                  <c:v>77818.146404039508</c:v>
                </c:pt>
                <c:pt idx="133">
                  <c:v>77575.676575534191</c:v>
                </c:pt>
                <c:pt idx="134">
                  <c:v>77331.489252410203</c:v>
                </c:pt>
                <c:pt idx="135">
                  <c:v>77085.572269080745</c:v>
                </c:pt>
                <c:pt idx="136">
                  <c:v>76837.913373785908</c:v>
                </c:pt>
                <c:pt idx="137">
                  <c:v>76588.500227982993</c:v>
                </c:pt>
                <c:pt idx="138">
                  <c:v>76337.320405730527</c:v>
                </c:pt>
                <c:pt idx="139">
                  <c:v>76084.361393070372</c:v>
                </c:pt>
                <c:pt idx="140">
                  <c:v>75829.610587403979</c:v>
                </c:pt>
                <c:pt idx="141">
                  <c:v>75573.055296864084</c:v>
                </c:pt>
                <c:pt idx="142">
                  <c:v>75314.68273968283</c:v>
                </c:pt>
                <c:pt idx="143">
                  <c:v>75054.480043554868</c:v>
                </c:pt>
                <c:pt idx="144">
                  <c:v>74792.434244996039</c:v>
                </c:pt>
                <c:pt idx="145">
                  <c:v>74528.532288697388</c:v>
                </c:pt>
                <c:pt idx="146">
                  <c:v>74262.761026875087</c:v>
                </c:pt>
                <c:pt idx="147">
                  <c:v>73995.107218614692</c:v>
                </c:pt>
                <c:pt idx="148">
                  <c:v>73725.557529212398</c:v>
                </c:pt>
                <c:pt idx="149">
                  <c:v>73454.098529510418</c:v>
                </c:pt>
                <c:pt idx="150">
                  <c:v>73180.716695226743</c:v>
                </c:pt>
                <c:pt idx="151">
                  <c:v>72905.398406284425</c:v>
                </c:pt>
                <c:pt idx="152">
                  <c:v>72628.129946128087</c:v>
                </c:pt>
                <c:pt idx="153">
                  <c:v>72348.897501045809</c:v>
                </c:pt>
                <c:pt idx="154">
                  <c:v>72067.687159477529</c:v>
                </c:pt>
                <c:pt idx="155">
                  <c:v>71784.484911323118</c:v>
                </c:pt>
                <c:pt idx="156">
                  <c:v>71499.276647244333</c:v>
                </c:pt>
                <c:pt idx="157">
                  <c:v>71212.048157961603</c:v>
                </c:pt>
                <c:pt idx="158">
                  <c:v>70922.785133546393</c:v>
                </c:pt>
                <c:pt idx="159">
                  <c:v>70631.473162708426</c:v>
                </c:pt>
                <c:pt idx="160">
                  <c:v>70338.097732076654</c:v>
                </c:pt>
                <c:pt idx="161">
                  <c:v>70042.644225478391</c:v>
                </c:pt>
                <c:pt idx="162">
                  <c:v>69745.097923208203</c:v>
                </c:pt>
                <c:pt idx="163">
                  <c:v>69445.444001296593</c:v>
                </c:pt>
                <c:pt idx="164">
                  <c:v>69143.667530771971</c:v>
                </c:pt>
                <c:pt idx="165">
                  <c:v>68839.753476914353</c:v>
                </c:pt>
                <c:pt idx="166">
                  <c:v>68533.686698508463</c:v>
                </c:pt>
                <c:pt idx="167">
                  <c:v>68225.451947088877</c:v>
                </c:pt>
                <c:pt idx="168">
                  <c:v>67915.033866180063</c:v>
                </c:pt>
                <c:pt idx="169">
                  <c:v>67602.416990531448</c:v>
                </c:pt>
                <c:pt idx="170">
                  <c:v>67287.585745347053</c:v>
                </c:pt>
                <c:pt idx="171">
                  <c:v>66970.524445509232</c:v>
                </c:pt>
                <c:pt idx="172">
                  <c:v>66651.217294797549</c:v>
                </c:pt>
                <c:pt idx="173">
                  <c:v>66329.648385101638</c:v>
                </c:pt>
                <c:pt idx="174">
                  <c:v>66005.801695628805</c:v>
                </c:pt>
                <c:pt idx="175">
                  <c:v>65679.661092105482</c:v>
                </c:pt>
                <c:pt idx="176">
                  <c:v>65351.210325973872</c:v>
                </c:pt>
                <c:pt idx="177">
                  <c:v>65020.433033582165</c:v>
                </c:pt>
                <c:pt idx="178">
                  <c:v>64687.312735369349</c:v>
                </c:pt>
                <c:pt idx="179">
                  <c:v>64351.832835044304</c:v>
                </c:pt>
                <c:pt idx="180">
                  <c:v>64013.976618758519</c:v>
                </c:pt>
                <c:pt idx="181">
                  <c:v>63673.727254273916</c:v>
                </c:pt>
                <c:pt idx="182">
                  <c:v>63331.067790124325</c:v>
                </c:pt>
                <c:pt idx="183">
                  <c:v>62985.981154770358</c:v>
                </c:pt>
                <c:pt idx="184">
                  <c:v>62638.450155749291</c:v>
                </c:pt>
                <c:pt idx="185">
                  <c:v>62288.457478818491</c:v>
                </c:pt>
                <c:pt idx="186">
                  <c:v>61935.985687092769</c:v>
                </c:pt>
                <c:pt idx="187">
                  <c:v>61581.01722017565</c:v>
                </c:pt>
                <c:pt idx="188">
                  <c:v>61223.534393284543</c:v>
                </c:pt>
                <c:pt idx="189">
                  <c:v>60863.519396369607</c:v>
                </c:pt>
                <c:pt idx="190">
                  <c:v>60500.954293226685</c:v>
                </c:pt>
                <c:pt idx="191">
                  <c:v>60135.821020602772</c:v>
                </c:pt>
                <c:pt idx="192">
                  <c:v>59768.101387298113</c:v>
                </c:pt>
                <c:pt idx="193">
                  <c:v>59397.777073257435</c:v>
                </c:pt>
                <c:pt idx="194">
                  <c:v>59024.82962865899</c:v>
                </c:pt>
                <c:pt idx="195">
                  <c:v>58649.240472994636</c:v>
                </c:pt>
                <c:pt idx="196">
                  <c:v>58270.990894144343</c:v>
                </c:pt>
                <c:pt idx="197">
                  <c:v>57890.062047443818</c:v>
                </c:pt>
                <c:pt idx="198">
                  <c:v>57506.434954745862</c:v>
                </c:pt>
                <c:pt idx="199">
                  <c:v>57120.090503474617</c:v>
                </c:pt>
                <c:pt idx="200">
                  <c:v>56731.009445673524</c:v>
                </c:pt>
                <c:pt idx="201">
                  <c:v>56339.172397046459</c:v>
                </c:pt>
                <c:pt idx="202">
                  <c:v>55944.559835991517</c:v>
                </c:pt>
                <c:pt idx="203">
                  <c:v>55547.152102629014</c:v>
                </c:pt>
                <c:pt idx="204">
                  <c:v>55146.929397821936</c:v>
                </c:pt>
                <c:pt idx="205">
                  <c:v>54743.871782189155</c:v>
                </c:pt>
                <c:pt idx="206">
                  <c:v>54337.959175112308</c:v>
                </c:pt>
                <c:pt idx="207">
                  <c:v>53929.171353735197</c:v>
                </c:pt>
                <c:pt idx="208">
                  <c:v>53517.487951957002</c:v>
                </c:pt>
                <c:pt idx="209">
                  <c:v>53102.888459416048</c:v>
                </c:pt>
                <c:pt idx="210">
                  <c:v>52685.352220469547</c:v>
                </c:pt>
                <c:pt idx="211">
                  <c:v>52264.858433163739</c:v>
                </c:pt>
                <c:pt idx="212">
                  <c:v>51841.3861481981</c:v>
                </c:pt>
                <c:pt idx="213">
                  <c:v>51414.91426788034</c:v>
                </c:pt>
                <c:pt idx="214">
                  <c:v>50985.421545077137</c:v>
                </c:pt>
                <c:pt idx="215">
                  <c:v>50552.886582154199</c:v>
                </c:pt>
                <c:pt idx="216">
                  <c:v>50117.287829910274</c:v>
                </c:pt>
                <c:pt idx="217">
                  <c:v>49678.603586504774</c:v>
                </c:pt>
                <c:pt idx="218">
                  <c:v>49236.811996375203</c:v>
                </c:pt>
                <c:pt idx="219">
                  <c:v>48791.891049148842</c:v>
                </c:pt>
                <c:pt idx="220">
                  <c:v>48343.818578546452</c:v>
                </c:pt>
                <c:pt idx="221">
                  <c:v>47892.572261277011</c:v>
                </c:pt>
                <c:pt idx="222">
                  <c:v>47438.129615926991</c:v>
                </c:pt>
                <c:pt idx="223">
                  <c:v>46980.468001839115</c:v>
                </c:pt>
                <c:pt idx="224">
                  <c:v>46519.564617984783</c:v>
                </c:pt>
                <c:pt idx="225">
                  <c:v>46055.396501828203</c:v>
                </c:pt>
                <c:pt idx="226">
                  <c:v>45587.940528182175</c:v>
                </c:pt>
                <c:pt idx="227">
                  <c:v>45117.173408056005</c:v>
                </c:pt>
                <c:pt idx="228">
                  <c:v>44643.071687495722</c:v>
                </c:pt>
                <c:pt idx="229">
                  <c:v>44165.611746414776</c:v>
                </c:pt>
                <c:pt idx="230">
                  <c:v>43684.769797417874</c:v>
                </c:pt>
                <c:pt idx="231">
                  <c:v>43200.521884615402</c:v>
                </c:pt>
                <c:pt idx="232">
                  <c:v>42712.843882430898</c:v>
                </c:pt>
                <c:pt idx="233">
                  <c:v>42221.71149439743</c:v>
                </c:pt>
                <c:pt idx="234">
                  <c:v>41727.100251948817</c:v>
                </c:pt>
                <c:pt idx="235">
                  <c:v>41228.985513199455</c:v>
                </c:pt>
                <c:pt idx="236">
                  <c:v>40727.342461717126</c:v>
                </c:pt>
                <c:pt idx="237">
                  <c:v>40222.146105286993</c:v>
                </c:pt>
                <c:pt idx="238">
                  <c:v>39713.371274665384</c:v>
                </c:pt>
                <c:pt idx="239">
                  <c:v>39200.992622326943</c:v>
                </c:pt>
                <c:pt idx="240">
                  <c:v>38684.984621201031</c:v>
                </c:pt>
                <c:pt idx="241">
                  <c:v>38165.321563400517</c:v>
                </c:pt>
                <c:pt idx="242">
                  <c:v>37641.977558940613</c:v>
                </c:pt>
                <c:pt idx="243">
                  <c:v>37114.926534449216</c:v>
                </c:pt>
                <c:pt idx="244">
                  <c:v>36584.142231867379</c:v>
                </c:pt>
                <c:pt idx="245">
                  <c:v>36049.598207142502</c:v>
                </c:pt>
                <c:pt idx="246">
                  <c:v>35511.267828908982</c:v>
                </c:pt>
                <c:pt idx="247">
                  <c:v>34969.124277163064</c:v>
                </c:pt>
                <c:pt idx="248">
                  <c:v>34423.140541925604</c:v>
                </c:pt>
                <c:pt idx="249">
                  <c:v>33873.289421896894</c:v>
                </c:pt>
                <c:pt idx="250">
                  <c:v>33319.543523101274</c:v>
                </c:pt>
                <c:pt idx="251">
                  <c:v>32761.875257522552</c:v>
                </c:pt>
                <c:pt idx="252">
                  <c:v>32200.256841729395</c:v>
                </c:pt>
                <c:pt idx="253">
                  <c:v>31634.66029549091</c:v>
                </c:pt>
                <c:pt idx="254">
                  <c:v>31065.05744038328</c:v>
                </c:pt>
                <c:pt idx="255">
                  <c:v>30491.419898385258</c:v>
                </c:pt>
                <c:pt idx="256">
                  <c:v>29913.719090464845</c:v>
                </c:pt>
                <c:pt idx="257">
                  <c:v>29331.926235154991</c:v>
                </c:pt>
                <c:pt idx="258">
                  <c:v>28746.012347119897</c:v>
                </c:pt>
                <c:pt idx="259">
                  <c:v>28155.948235711399</c:v>
                </c:pt>
                <c:pt idx="260">
                  <c:v>27561.704503513625</c:v>
                </c:pt>
                <c:pt idx="261">
                  <c:v>26963.251544879433</c:v>
                </c:pt>
                <c:pt idx="262">
                  <c:v>26360.559544454969</c:v>
                </c:pt>
                <c:pt idx="263">
                  <c:v>25753.598475694271</c:v>
                </c:pt>
                <c:pt idx="264">
                  <c:v>25142.338099363031</c:v>
                </c:pt>
                <c:pt idx="265">
                  <c:v>24526.74796203283</c:v>
                </c:pt>
                <c:pt idx="266">
                  <c:v>23906.797394563288</c:v>
                </c:pt>
                <c:pt idx="267">
                  <c:v>23282.455510574007</c:v>
                </c:pt>
                <c:pt idx="268">
                  <c:v>22653.691204906496</c:v>
                </c:pt>
                <c:pt idx="269">
                  <c:v>22020.473152073948</c:v>
                </c:pt>
                <c:pt idx="270">
                  <c:v>21382.7698047005</c:v>
                </c:pt>
                <c:pt idx="271">
                  <c:v>20740.549391949717</c:v>
                </c:pt>
                <c:pt idx="272">
                  <c:v>20093.779917941949</c:v>
                </c:pt>
                <c:pt idx="273">
                  <c:v>19442.429160160074</c:v>
                </c:pt>
                <c:pt idx="274">
                  <c:v>18786.464667843851</c:v>
                </c:pt>
                <c:pt idx="275">
                  <c:v>18125.853760373673</c:v>
                </c:pt>
                <c:pt idx="276">
                  <c:v>17460.563525642345</c:v>
                </c:pt>
                <c:pt idx="277">
                  <c:v>16790.560818414961</c:v>
                </c:pt>
                <c:pt idx="278">
                  <c:v>16115.812258678036</c:v>
                </c:pt>
                <c:pt idx="279">
                  <c:v>15436.284229976314</c:v>
                </c:pt>
                <c:pt idx="280">
                  <c:v>14751.942877737956</c:v>
                </c:pt>
                <c:pt idx="281">
                  <c:v>14062.754107587911</c:v>
                </c:pt>
                <c:pt idx="282">
                  <c:v>13368.683583649301</c:v>
                </c:pt>
                <c:pt idx="283">
                  <c:v>12669.696726832817</c:v>
                </c:pt>
                <c:pt idx="284">
                  <c:v>11965.758713113835</c:v>
                </c:pt>
                <c:pt idx="285">
                  <c:v>11256.834471797712</c:v>
                </c:pt>
                <c:pt idx="286">
                  <c:v>10542.888683772222</c:v>
                </c:pt>
                <c:pt idx="287">
                  <c:v>9823.8857797482415</c:v>
                </c:pt>
                <c:pt idx="288">
                  <c:v>9099.7899384874418</c:v>
                </c:pt>
                <c:pt idx="289">
                  <c:v>8370.5650850177099</c:v>
                </c:pt>
                <c:pt idx="290">
                  <c:v>7636.174888835917</c:v>
                </c:pt>
                <c:pt idx="291">
                  <c:v>6896.5827620978143</c:v>
                </c:pt>
                <c:pt idx="292">
                  <c:v>6151.7518577953169</c:v>
                </c:pt>
                <c:pt idx="293">
                  <c:v>5401.6450679206773</c:v>
                </c:pt>
                <c:pt idx="294">
                  <c:v>4646.2250216177799</c:v>
                </c:pt>
                <c:pt idx="295">
                  <c:v>3885.454083320195</c:v>
                </c:pt>
                <c:pt idx="296">
                  <c:v>3119.2943508763628</c:v>
                </c:pt>
                <c:pt idx="297">
                  <c:v>2347.7076536610407</c:v>
                </c:pt>
                <c:pt idx="298">
                  <c:v>1570.6555506737861</c:v>
                </c:pt>
                <c:pt idx="299">
                  <c:v>788.09932862369953</c:v>
                </c:pt>
                <c:pt idx="300">
                  <c:v>7.6045125751989231E-10</c:v>
                </c:pt>
                <c:pt idx="301">
                  <c:v>7.6583778726065946E-10</c:v>
                </c:pt>
                <c:pt idx="302">
                  <c:v>7.712624715870912E-10</c:v>
                </c:pt>
                <c:pt idx="303">
                  <c:v>7.7672558076083072E-10</c:v>
                </c:pt>
                <c:pt idx="304">
                  <c:v>7.8222738695788732E-10</c:v>
                </c:pt>
                <c:pt idx="305">
                  <c:v>7.8776816428217334E-10</c:v>
                </c:pt>
                <c:pt idx="306">
                  <c:v>7.9334818877917236E-10</c:v>
                </c:pt>
                <c:pt idx="307">
                  <c:v>7.9896773844969328E-10</c:v>
                </c:pt>
                <c:pt idx="308">
                  <c:v>8.0462709326370842E-10</c:v>
                </c:pt>
                <c:pt idx="309">
                  <c:v>8.1032653517432832E-10</c:v>
                </c:pt>
                <c:pt idx="310">
                  <c:v>8.1606634813181003E-10</c:v>
                </c:pt>
                <c:pt idx="311">
                  <c:v>8.2184681809774092E-10</c:v>
                </c:pt>
                <c:pt idx="312">
                  <c:v>8.2766823305927339E-10</c:v>
                </c:pt>
                <c:pt idx="313">
                  <c:v>8.3353088304344191E-10</c:v>
                </c:pt>
                <c:pt idx="314">
                  <c:v>8.3943506013166499E-10</c:v>
                </c:pt>
                <c:pt idx="315">
                  <c:v>8.4538105847426753E-10</c:v>
                </c:pt>
                <c:pt idx="316">
                  <c:v>8.5136917430512318E-10</c:v>
                </c:pt>
                <c:pt idx="317">
                  <c:v>8.5739970595645456E-10</c:v>
                </c:pt>
                <c:pt idx="318">
                  <c:v>8.6347295387364434E-10</c:v>
                </c:pt>
                <c:pt idx="319">
                  <c:v>8.6958922063025107E-10</c:v>
                </c:pt>
                <c:pt idx="320">
                  <c:v>8.7574881094304667E-10</c:v>
                </c:pt>
                <c:pt idx="321">
                  <c:v>8.8195203168722944E-10</c:v>
                </c:pt>
                <c:pt idx="322">
                  <c:v>8.8819919191167799E-10</c:v>
                </c:pt>
                <c:pt idx="323">
                  <c:v>8.9449060285438602E-10</c:v>
                </c:pt>
                <c:pt idx="324">
                  <c:v>9.0082657795793627E-10</c:v>
                </c:pt>
                <c:pt idx="325">
                  <c:v>9.0720743288514046E-10</c:v>
                </c:pt>
                <c:pt idx="326">
                  <c:v>9.1363348553474506E-10</c:v>
                </c:pt>
                <c:pt idx="327">
                  <c:v>9.201050560572781E-10</c:v>
                </c:pt>
                <c:pt idx="328">
                  <c:v>9.2662246687101748E-10</c:v>
                </c:pt>
                <c:pt idx="329">
                  <c:v>9.3318604267802029E-10</c:v>
                </c:pt>
                <c:pt idx="330">
                  <c:v>9.3979611048032418E-10</c:v>
                </c:pt>
                <c:pt idx="331">
                  <c:v>9.4645299959623029E-10</c:v>
                </c:pt>
                <c:pt idx="332">
                  <c:v>9.5315704167670119E-10</c:v>
                </c:pt>
                <c:pt idx="333">
                  <c:v>9.5990857072191101E-10</c:v>
                </c:pt>
                <c:pt idx="334">
                  <c:v>9.6670792309785747E-10</c:v>
                </c:pt>
                <c:pt idx="335">
                  <c:v>9.7355543755313569E-10</c:v>
                </c:pt>
                <c:pt idx="336">
                  <c:v>9.8045145523580503E-10</c:v>
                </c:pt>
                <c:pt idx="337">
                  <c:v>9.8739631971038863E-10</c:v>
                </c:pt>
                <c:pt idx="338">
                  <c:v>9.9439037697500231E-10</c:v>
                </c:pt>
                <c:pt idx="339">
                  <c:v>1.0014339754785765E-9</c:v>
                </c:pt>
                <c:pt idx="340">
                  <c:v>1.0085274661382194E-9</c:v>
                </c:pt>
                <c:pt idx="341">
                  <c:v>1.0156712023566901E-9</c:v>
                </c:pt>
                <c:pt idx="342">
                  <c:v>1.0228655400400546E-9</c:v>
                </c:pt>
                <c:pt idx="343">
                  <c:v>1.0301108376153403E-9</c:v>
                </c:pt>
                <c:pt idx="344">
                  <c:v>1.0374074560484464E-9</c:v>
                </c:pt>
                <c:pt idx="345">
                  <c:v>1.0447557588621237E-9</c:v>
                </c:pt>
                <c:pt idx="346">
                  <c:v>1.0521561121540638E-9</c:v>
                </c:pt>
                <c:pt idx="347">
                  <c:v>1.0596088846151546E-9</c:v>
                </c:pt>
                <c:pt idx="348">
                  <c:v>1.0671144475478436E-9</c:v>
                </c:pt>
                <c:pt idx="349">
                  <c:v>1.0746731748846453E-9</c:v>
                </c:pt>
                <c:pt idx="350">
                  <c:v>1.0822854432067484E-9</c:v>
                </c:pt>
                <c:pt idx="351">
                  <c:v>1.0899516317627911E-9</c:v>
                </c:pt>
                <c:pt idx="352">
                  <c:v>1.0976721224877793E-9</c:v>
                </c:pt>
                <c:pt idx="353">
                  <c:v>1.1054473000220656E-9</c:v>
                </c:pt>
                <c:pt idx="354">
                  <c:v>1.1132775517305582E-9</c:v>
                </c:pt>
                <c:pt idx="355">
                  <c:v>1.1211632677219781E-9</c:v>
                </c:pt>
                <c:pt idx="356">
                  <c:v>1.129104840868344E-9</c:v>
                </c:pt>
                <c:pt idx="357">
                  <c:v>1.1371026668244938E-9</c:v>
                </c:pt>
                <c:pt idx="358">
                  <c:v>1.1451571440478392E-9</c:v>
                </c:pt>
                <c:pt idx="359">
                  <c:v>1.1532686738181728E-9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792384"/>
        <c:axId val="101790464"/>
      </c:lineChart>
      <c:catAx>
        <c:axId val="1017867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4620000"/>
          <a:lstStyle/>
          <a:p>
            <a:pPr>
              <a:defRPr/>
            </a:pPr>
            <a:endParaRPr lang="en-US"/>
          </a:p>
        </c:txPr>
        <c:crossAx val="101788288"/>
        <c:crosses val="autoZero"/>
        <c:auto val="1"/>
        <c:lblAlgn val="ctr"/>
        <c:lblOffset val="100"/>
        <c:tickLblSkip val="60"/>
        <c:tickMarkSkip val="12"/>
        <c:noMultiLvlLbl val="0"/>
      </c:catAx>
      <c:valAx>
        <c:axId val="101788288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Payments</a:t>
                </a:r>
              </a:p>
            </c:rich>
          </c:tx>
          <c:layout/>
          <c:overlay val="0"/>
        </c:title>
        <c:numFmt formatCode="_(&quot;$&quot;* #,##0_);_(&quot;$&quot;* \(#,##0\);_(&quot;$&quot;* &quot;-&quot;_);_(@_)" sourceLinked="0"/>
        <c:majorTickMark val="out"/>
        <c:minorTickMark val="none"/>
        <c:tickLblPos val="nextTo"/>
        <c:crossAx val="101786752"/>
        <c:crosses val="autoZero"/>
        <c:crossBetween val="between"/>
      </c:valAx>
      <c:valAx>
        <c:axId val="101790464"/>
        <c:scaling>
          <c:orientation val="minMax"/>
          <c:max val="100000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B</a:t>
                </a:r>
                <a:r>
                  <a:rPr lang="en-US" baseline="0"/>
                  <a:t> alance</a:t>
                </a:r>
                <a:endParaRPr lang="en-US"/>
              </a:p>
            </c:rich>
          </c:tx>
          <c:layout/>
          <c:overlay val="0"/>
        </c:title>
        <c:numFmt formatCode="_(&quot;$&quot;* #,##0_);_(&quot;$&quot;* \(#,##0\);_(&quot;$&quot;* &quot;-&quot;??_);_(@_)" sourceLinked="1"/>
        <c:majorTickMark val="out"/>
        <c:minorTickMark val="none"/>
        <c:tickLblPos val="nextTo"/>
        <c:crossAx val="101792384"/>
        <c:crosses val="max"/>
        <c:crossBetween val="between"/>
      </c:valAx>
      <c:catAx>
        <c:axId val="101792384"/>
        <c:scaling>
          <c:orientation val="minMax"/>
        </c:scaling>
        <c:delete val="1"/>
        <c:axPos val="b"/>
        <c:majorTickMark val="out"/>
        <c:minorTickMark val="none"/>
        <c:tickLblPos val="none"/>
        <c:crossAx val="101790464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3988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85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7" name="Google Shape;27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31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3" name="Google Shape;33;p32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8" name="Google Shape;38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9" name="Google Shape;39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0" name="Google Shape;40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1" name="Google Shape;41;p33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3" name="Google Shape;53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4" name="Google Shape;54;p36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0" name="Google Shape;60;p37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1" type="ftr"/>
          </p:nvPr>
        </p:nvSpPr>
        <p:spPr>
          <a:xfrm>
            <a:off x="457200" y="6537325"/>
            <a:ext cx="60356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5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Commercial Real Estate Mortgages</a:t>
            </a:r>
            <a:endParaRPr/>
          </a:p>
        </p:txBody>
      </p:sp>
      <p:sp>
        <p:nvSpPr>
          <p:cNvPr id="78" name="Google Shape;7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rPr b="1" lang="en-US"/>
              <a:t>Understanding the Basics</a:t>
            </a:r>
            <a:endParaRPr/>
          </a:p>
        </p:txBody>
      </p:sp>
      <p:sp>
        <p:nvSpPr>
          <p:cNvPr id="79" name="Google Shape;79;p1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Mortgage Topics</a:t>
            </a:r>
            <a:endParaRPr/>
          </a:p>
        </p:txBody>
      </p:sp>
      <p:sp>
        <p:nvSpPr>
          <p:cNvPr id="85" name="Google Shape;85;p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Four Basic Rules of Mortgage Math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Basic Loan Structures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Interest Only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Constant Payment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Constant Amortization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Graduated Payment Mortgages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Adjustable Rate Mortgages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Loan Yields and Mortgage Valuation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Mortgage Yields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Points and Fees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Mortgage Valuation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Refinancing Decisions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Traditional Approach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Shortcut Approach: PV of Loan Liability vs. Payoff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Prepayment Option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2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Rules of Mortgage Math</a:t>
            </a:r>
            <a:endParaRPr/>
          </a:p>
        </p:txBody>
      </p:sp>
      <p:sp>
        <p:nvSpPr>
          <p:cNvPr id="92" name="Google Shape;9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Rule 1) Interest owed in each period</a:t>
            </a:r>
            <a:br>
              <a:rPr lang="en-US" sz="2400"/>
            </a:br>
            <a:r>
              <a:rPr lang="en-US" sz="2400"/>
              <a:t>= Interest Rate * Loan Balance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Rule 2) Principal amortized (repaid) in each period</a:t>
            </a:r>
            <a:br>
              <a:rPr lang="en-US" sz="2400"/>
            </a:br>
            <a:r>
              <a:rPr lang="en-US" sz="2400"/>
              <a:t>= Loan Payment – Interest Owed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Rule 3) Principal Balance at end of period</a:t>
            </a:r>
            <a:br>
              <a:rPr lang="en-US" sz="2400"/>
            </a:br>
            <a:r>
              <a:rPr lang="en-US" sz="2400"/>
              <a:t>= Principal Balance (prior period) – Principal Amortized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Rule 4) Initial Outstanding Principal Balance</a:t>
            </a:r>
            <a:br>
              <a:rPr lang="en-US" sz="2400"/>
            </a:br>
            <a:r>
              <a:rPr lang="en-US" sz="2400"/>
              <a:t>= Initial Balance as specified in loan</a:t>
            </a:r>
            <a:endParaRPr/>
          </a:p>
        </p:txBody>
      </p:sp>
      <p:sp>
        <p:nvSpPr>
          <p:cNvPr id="93" name="Google Shape;93;p3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Mortgage Topics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Four Basic Rules of Mortgage Math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b="1" i="1" lang="en-US" sz="1800"/>
              <a:t>Basic Loan Structures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Interest Only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Constant Payment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Constant Amortization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Graduated Payment Mortgages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Adjustable Rate Mortgages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Loan Yields and Mortgage Valuation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Mortgage Yields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Points and Fees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Mortgage Valuation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Refinancing Decisions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Traditional Approach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Shortcut Approach: PV of Loan Liability vs. Payoff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Prepayment Option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4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Interest Only Mortgage</a:t>
            </a:r>
            <a:endParaRPr/>
          </a:p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Payment Structure 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Payment = Interest Rate * Loan Amount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Characteristics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Flat, predictable payments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Payments may not match income patterns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Lower payments – no amortization component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Requires full loan repayment at end of loan term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5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3886200" y="1600200"/>
          <a:ext cx="4800600" cy="4525963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Interest Only Mortgage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Risks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Debt Service – Interest only payments reduces debt service, making debt coverage easier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Interest Rate – Lender offers fixed rate and assumes interest rate risk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Repayment – No amortization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Higher risk of default if property value declines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Higher risk of default at end of loan term due to refinancing risk of balloon payment</a:t>
            </a:r>
            <a:endParaRPr/>
          </a:p>
        </p:txBody>
      </p:sp>
      <p:sp>
        <p:nvSpPr>
          <p:cNvPr id="115" name="Google Shape;115;p6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Payment Mortgage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Payment Structure 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b="1" i="1" lang="en-US" sz="1400"/>
              <a:t>Interest rate is constant </a:t>
            </a:r>
            <a:r>
              <a:rPr lang="en-US" sz="1400"/>
              <a:t>for the term of the loan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b="1" i="1" lang="en-US" sz="1400"/>
              <a:t>Payments are constant </a:t>
            </a:r>
            <a:r>
              <a:rPr lang="en-US" sz="1400"/>
              <a:t>every period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Payments calculated to </a:t>
            </a:r>
            <a:r>
              <a:rPr b="1" i="1" lang="en-US" sz="1400"/>
              <a:t>fully amortize</a:t>
            </a:r>
            <a:r>
              <a:rPr lang="en-US" sz="1400"/>
              <a:t> (repay) the loan over the specified amortization period.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Characteristics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Flat, predictable payments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Payments may not match income patterns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Lower payments with longer amortization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Initial payments – primarily interest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Later payment – primarily principal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If loan term = amortization, no balloon payment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7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3" name="Google Shape;123;p7"/>
          <p:cNvGraphicFramePr/>
          <p:nvPr/>
        </p:nvGraphicFramePr>
        <p:xfrm>
          <a:off x="3962400" y="1600200"/>
          <a:ext cx="4724400" cy="4525963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Payment Mortgage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Risks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Debt Service – Fixed payments make debt coverage more difficult in early years of loan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Interest Rate – Lender offers fixed rate and assumes interest rate risk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Repayment – Slow initial amortization increases risk of default in the event of decline in property values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130" name="Google Shape;130;p8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Amortization Mortgage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Payment Structure 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Principal is a fixed amount each period; calculated to fully amortize the loan over the term.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Interest is calculated each period based on the rate and loan balance</a:t>
            </a:r>
            <a:endParaRPr/>
          </a:p>
          <a:p>
            <a:pPr indent="-285750" lvl="1" marL="3365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Characteristics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High initial payments, declining rapidly as the loan amortizes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Payments unlikely to match income patterns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Initial payments – principal repayments are a higher percentage of debt service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If loan term = amortization, no balloon payment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Amortization pattern is well suited to a fixed life asset; not well suited most real estate assets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" name="Google Shape;137;p9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8" name="Google Shape;138;p9"/>
          <p:cNvGraphicFramePr/>
          <p:nvPr/>
        </p:nvGraphicFramePr>
        <p:xfrm>
          <a:off x="3733800" y="1600200"/>
          <a:ext cx="4953000" cy="4525963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Amortization Mortgage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Risks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Debt Service – High debt service makes debt service more difficult for most borrowers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Interest Rate – Lender offers fixed rate and assumes interest rate risk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Repayment – Rapid amortization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Quickly reduces default risk with rapid amortization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If fully amortizing over term, no refinancing risk because not balloon payment is required</a:t>
            </a:r>
            <a:endParaRPr/>
          </a:p>
        </p:txBody>
      </p:sp>
      <p:sp>
        <p:nvSpPr>
          <p:cNvPr id="145" name="Google Shape;145;p10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Graduated Payment Mortgage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Payment Structure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Lender allows initial payments to be below full interest and principal amortization to allow property cash flow to grow and stabilize.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Initial payments generally defined based on expected property cash flow. </a:t>
            </a:r>
            <a:endParaRPr/>
          </a:p>
          <a:p>
            <a:pPr indent="-285750" lvl="1" marL="3365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Characteristics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Negative Amortization – Initial payments typically less than interest, so loan balance increases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Useful to facilitate debt service where property cash flow is depressed in early years of loan:</a:t>
            </a:r>
            <a:endParaRPr/>
          </a:p>
          <a:p>
            <a:pPr indent="-228600" lvl="2" marL="736600" rtl="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/>
              <a:t>Inflationary Environments</a:t>
            </a:r>
            <a:endParaRPr/>
          </a:p>
          <a:p>
            <a:pPr indent="-228600" lvl="2" marL="736600" rtl="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/>
              <a:t>Workouts</a:t>
            </a:r>
            <a:endParaRPr/>
          </a:p>
          <a:p>
            <a:pPr indent="-228600" lvl="2" marL="736600" rtl="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/>
              <a:t>Turnaround or re-development</a:t>
            </a:r>
            <a:endParaRPr/>
          </a:p>
          <a:p>
            <a:pPr indent="-1968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" name="Google Shape;152;p11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3" name="Google Shape;153;p11"/>
          <p:cNvGraphicFramePr/>
          <p:nvPr/>
        </p:nvGraphicFramePr>
        <p:xfrm>
          <a:off x="3886200" y="1600200"/>
          <a:ext cx="4800600" cy="4525963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Graduated Payment Mortgage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Risks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Debt Service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Reduced default risk in early years due to lowered payment schedule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High risk of default if property cash flow does not grow as anticipated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Interest Rate – Lender offers fixed rate and assumes interest rate risk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Repayment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Negative amortization increases risk of default if property values decline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Slow initial amortization increases risk of default in the event of decline in property values</a:t>
            </a:r>
            <a:endParaRPr/>
          </a:p>
        </p:txBody>
      </p:sp>
      <p:sp>
        <p:nvSpPr>
          <p:cNvPr id="160" name="Google Shape;160;p12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Adjustable Rate Mortgage</a:t>
            </a:r>
            <a:endParaRPr/>
          </a:p>
        </p:txBody>
      </p:sp>
      <p:sp>
        <p:nvSpPr>
          <p:cNvPr id="166" name="Google Shape;16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Calculation Rules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Interest Rate Changes based on Market Index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Interest Rate = Index + Margin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Index may be LIBOR or other short-term rate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Interest Rate may be subject to caps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Annual Interest Rate Increase Cap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Lifetime (of loan) Interest Rate Increase Cap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Payment Increase Cap (not as common) 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Adjustment Interval – typically annually, but more frequent is also common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Payments Change at Adjustment Interval, New Payment is based on: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Adjusted Interest Rate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Current Loan Balance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Remaining Amortization Period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67" name="Google Shape;167;p13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Adjustable Rate Mortgage</a:t>
            </a:r>
            <a:endParaRPr/>
          </a:p>
        </p:txBody>
      </p:sp>
      <p:sp>
        <p:nvSpPr>
          <p:cNvPr id="173" name="Google Shape;173;p14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33655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Characteristics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Essentially, a series of short-term, fixed rate loans, priced similar to short-term debt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Advantageous to keep initial payments low when market anticipates inflation/higher rates in the longer term (i.e. steep, positive yield curve)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i="1" lang="en-US" sz="1400"/>
              <a:t>Ex Ante </a:t>
            </a:r>
            <a:r>
              <a:rPr lang="en-US" sz="1400"/>
              <a:t>(before the fact) it is impossible to know future payments with certainty</a:t>
            </a:r>
            <a:endParaRPr/>
          </a:p>
          <a:p>
            <a:pPr indent="-285750" lvl="1" marL="33655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</a:pPr>
            <a:r>
              <a:rPr lang="en-US" sz="1400"/>
              <a:t>Initial payments are generally lower than future payments for 2 reasons</a:t>
            </a:r>
            <a:endParaRPr/>
          </a:p>
          <a:p>
            <a:pPr indent="-228600" lvl="2" marL="736600" rtl="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/>
              <a:t>Initial rate offered is sometimes below the “index + margin” rate (“Teaser Rate”)</a:t>
            </a:r>
            <a:endParaRPr/>
          </a:p>
          <a:p>
            <a:pPr indent="-228600" lvl="2" marL="736600" rtl="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/>
              <a:t>If originated in low short-term rate environment, future rates are likely to rise</a:t>
            </a:r>
            <a:endParaRPr/>
          </a:p>
        </p:txBody>
      </p:sp>
      <p:sp>
        <p:nvSpPr>
          <p:cNvPr id="174" name="Google Shape;174;p14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5" name="Google Shape;175;p14"/>
          <p:cNvGraphicFramePr/>
          <p:nvPr/>
        </p:nvGraphicFramePr>
        <p:xfrm>
          <a:off x="3886200" y="1600200"/>
          <a:ext cx="4800600" cy="4525963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Adjustable Rate Mortgage</a:t>
            </a:r>
            <a:endParaRPr/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Risks</a:t>
            </a:r>
            <a:endParaRPr/>
          </a:p>
          <a:p>
            <a:pPr indent="-342900" lvl="2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Debt Service – Varies substantially and unpredictably</a:t>
            </a:r>
            <a:endParaRPr/>
          </a:p>
          <a:p>
            <a:pPr indent="-342900" lvl="3" marL="12001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In recessionary periods, low rate short-term monetary policy may help lower debt service (“low floater” loans)</a:t>
            </a:r>
            <a:endParaRPr/>
          </a:p>
          <a:p>
            <a:pPr indent="-342900" lvl="3" marL="12001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In inflationary period, high risk if property rents do not rise with inflation </a:t>
            </a:r>
            <a:endParaRPr/>
          </a:p>
          <a:p>
            <a:pPr indent="-342900" lvl="2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Interest Rate – Borrower assumes interest rate risk, so lender can offer lower overall rates, on average </a:t>
            </a:r>
            <a:endParaRPr sz="1800"/>
          </a:p>
          <a:p>
            <a:pPr indent="-342900" lvl="3" marL="12001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Lender earns the spread between short-term borrowing and lending costs</a:t>
            </a:r>
            <a:endParaRPr/>
          </a:p>
          <a:p>
            <a:pPr indent="-342900" lvl="3" marL="12001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Borrower may face market timing risk, attempting to refinance into longer term, fixed rate debt before short-term rates increase</a:t>
            </a:r>
            <a:endParaRPr/>
          </a:p>
          <a:p>
            <a:pPr indent="-342900" lvl="2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Repayment</a:t>
            </a:r>
            <a:endParaRPr/>
          </a:p>
          <a:p>
            <a:pPr indent="-342900" lvl="3" marL="12001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As with CPM, slow initial amortization increases risk of default in the event of decline in property values</a:t>
            </a:r>
            <a:endParaRPr/>
          </a:p>
          <a:p>
            <a:pPr indent="-342900" lvl="3" marL="12001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Amortizes fully over the specified period</a:t>
            </a:r>
            <a:endParaRPr/>
          </a:p>
        </p:txBody>
      </p:sp>
      <p:sp>
        <p:nvSpPr>
          <p:cNvPr id="182" name="Google Shape;182;p15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Mortgage Topics</a:t>
            </a:r>
            <a:endParaRPr/>
          </a:p>
        </p:txBody>
      </p:sp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Four Basic Rules of Mortgage Math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Basic Loan Structures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Interest Only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Constant Payment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Constant Amortization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Graduated Payment Mortgages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Adjustable Rate Mortgages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b="1" i="1" lang="en-US" sz="1800"/>
              <a:t>Loan Yields and Mortgage Valuation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Mortgage Yields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Points and Fees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Mortgage Valuation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Refinancing Decisions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Traditional Approach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Shortcut Approach: PV of Loan Liability vs. Payoff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Prepayment Option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16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Loan Yield – Lender’s Perspective</a:t>
            </a:r>
            <a:endParaRPr/>
          </a:p>
        </p:txBody>
      </p:sp>
      <p:sp>
        <p:nvSpPr>
          <p:cNvPr id="195" name="Google Shape;19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Loan Yield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Multi-period measure of total return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Loan Yield = IRR of Loan Cash Flows (assuming all payments are made as planned)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Loan Yield ≠ Contract Interest Rate, if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“Points” 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A.k.a. Origination Fees, Discount Points, Disbursement Discount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Quoted as a % of Loan Amount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Reduces lenders Loan Disbursement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Prepayment Penalty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Additional fee paid to lender </a:t>
            </a:r>
            <a:r>
              <a:rPr b="1" i="1" lang="en-US" sz="1800"/>
              <a:t>if borrower repays the loan prior to the end of the loan term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Quoted as a % of the Outstanding Loan Balance</a:t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6" name="Google Shape;196;p17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Loan Yield</a:t>
            </a:r>
            <a:endParaRPr/>
          </a:p>
        </p:txBody>
      </p:sp>
      <p:sp>
        <p:nvSpPr>
          <p:cNvPr id="202" name="Google Shape;202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Yield-to-Maturity (YTM)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Yield assuming loan is held until maturity (ignoring probability of default)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Expected Return (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E[r])</a:t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Yield over the expected holding period of the loan (ignoring probability of default)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Effective Interest Rate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YTM from borrower’s perspective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“Annual Percentage Rate” (APR) in US, a legal definition under the Truth-in-Lending Act to force disclosure of effective interest rates; excludes consideration of certain Transaction Costs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Transaction Costs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Loan transactions typically require certain 3</a:t>
            </a:r>
            <a:r>
              <a:rPr baseline="30000" lang="en-US" sz="1800"/>
              <a:t>rd</a:t>
            </a:r>
            <a:r>
              <a:rPr lang="en-US" sz="1800"/>
              <a:t> party costs, generally paid by the borrower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For example, Appraisal Fees, Title Insurance, Legal Expenses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18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Points and Fees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Fees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Compensate mortgage broker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Compensate for origination costs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Points – Offer trade-off between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Interest Rate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Upfront Loan Disbursement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Monthly Payments (to match borrower preference or requirements)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Note: If the fees are actual, 3</a:t>
            </a:r>
            <a:r>
              <a:rPr baseline="30000" lang="en-US" sz="2400"/>
              <a:t>rd</a:t>
            </a:r>
            <a:r>
              <a:rPr lang="en-US" sz="2400"/>
              <a:t> party costs, they would not enhance the yield to the lender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210" name="Google Shape;210;p19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Yield - Summary</a:t>
            </a:r>
            <a:endParaRPr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Expected Yield ≠ Contract Interest Rate for following reasons: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PV – Loan Disbursement may be less than Contract Loan Amount due to discount points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i.e. PV Cash flow = Contract Loan Amount – Discount Points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N – Repayment of the loan may occur before the contract term expires.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FV – Loan repayment may differ from the Outstanding Loan Balance (OLB) if a prepayment penalty is assessed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i.e. FV Cash flow = OLB  + Prepayment Penalty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Default Probability &gt; 0% (ignore for now)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217" name="Google Shape;217;p20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Loan Valuation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Loans, or Notes, are often sold on a “secondary market”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Mortgage Market Valuation Changes over Time...</a:t>
            </a:r>
            <a:br>
              <a:rPr lang="en-US" sz="1800"/>
            </a:br>
            <a:r>
              <a:rPr lang="en-US" sz="1800"/>
              <a:t>As interest rates change (or default risk in loan changes), the “secondary market” for loans will place different values on the loan, reflecting the need of investors to earn a different “going-in IRR” when they invest in the loan. The market’s YTM for the loan is similar to the market’s required “going-in IRR” for investing in the loan.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The Market Yield is (similar to) the Expected Return (going-in) required by Investors in the Mortgage Market…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Mkt YTM = “OCC” = Discount Rate (applied to contractual CFs)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Thus, Mkt Yields are used to Value mortgages (in either the primary or secondary market).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Loan Value = PV of Expected Loan CF, Discounted at the market ‘Yield” or required “going-in IRR”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Mortgage Topics</a:t>
            </a:r>
            <a:endParaRPr/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Four Basic Rules of Mortgage Math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Basic Loan Structures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Interest Only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Constant Payment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Constant Amortization Loans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Graduated Payment Mortgages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Adjustable Rate Mortgages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lang="en-US" sz="1800"/>
              <a:t>Loan Yields and Mortgage Valuation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Mortgage Yields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Points and Fees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Mortgage Valuation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AutoNum type="alphaUcPeriod"/>
            </a:pPr>
            <a:r>
              <a:rPr b="1" i="1" lang="en-US" sz="1800"/>
              <a:t>Refinancing Decisions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Traditional Approach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Shortcut Approach: PV of Loan Liability vs. Payoff</a:t>
            </a:r>
            <a:endParaRPr/>
          </a:p>
          <a:p>
            <a:pPr indent="-342900" lvl="1" marL="8001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Prepayment Option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1" name="Google Shape;231;p22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Refinancing Decision</a:t>
            </a:r>
            <a:endParaRPr/>
          </a:p>
        </p:txBody>
      </p:sp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NPV (Refinancing) &gt; 0?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=NPV (Benefit) – NPV (Cost)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NPV (Benefit) </a:t>
            </a:r>
            <a:br>
              <a:rPr lang="en-US" sz="1800"/>
            </a:br>
            <a:r>
              <a:rPr lang="en-US" sz="1800"/>
              <a:t>	= NPV (remaining old loan payments)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NPV (Cost)</a:t>
            </a:r>
            <a:br>
              <a:rPr lang="en-US" sz="1800"/>
            </a:br>
            <a:r>
              <a:rPr lang="en-US" sz="1800"/>
              <a:t>	= NPV (new loan payments) + Transaction Costs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Where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Discount rate is current (new) OCC = New Loan (market) Yield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Time period of remaining old loan and proposed new loan are the same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No net cash flow at  refinance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New Loan = (old Loan OLB + PrePmt Penalty)/(1-New Loan Points) 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(i.e. New Loan has sufficient “loan disbursement” to pay OLB and any prepayment penalty)</a:t>
            </a:r>
            <a:endParaRPr sz="1400"/>
          </a:p>
        </p:txBody>
      </p:sp>
      <p:sp>
        <p:nvSpPr>
          <p:cNvPr id="238" name="Google Shape;238;p23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Clarifications</a:t>
            </a:r>
            <a:endParaRPr/>
          </a:p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N – Common Time Period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Expected repayment date of Original Loan, typically the loan termination date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If New Loan has a longer term, must assume early repayment, and prepayment penalty, if applicable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 – Discount Rate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Current Market Yield, as reflected by the New Loan Yield over time period 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CF</a:t>
            </a:r>
            <a:r>
              <a:rPr baseline="-25000" lang="en-US" sz="2400"/>
              <a:t>0</a:t>
            </a:r>
            <a:r>
              <a:rPr lang="en-US" sz="2400"/>
              <a:t> = 0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New Loan Amount must have sufficient disbursement (net of points) to pay off old loan and any prepayment penalties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= (OLB + Prepayment Penalty)/ (1-Points)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245" name="Google Shape;245;p24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Shortcut Approach</a:t>
            </a:r>
            <a:endParaRPr/>
          </a:p>
        </p:txBody>
      </p: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/>
              <a:t>Old Loan Liquidating Payment (Payoff Amount)</a:t>
            </a:r>
            <a:endParaRPr/>
          </a:p>
          <a:p>
            <a:pPr indent="-514350" lvl="1" marL="9144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= OLB + Prepayment Penalty</a:t>
            </a:r>
            <a:endParaRPr/>
          </a:p>
          <a:p>
            <a:pPr indent="-514350" lvl="0" marL="5143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/>
              <a:t>Market Opportunity Cost of Capital (OCC)</a:t>
            </a:r>
            <a:endParaRPr/>
          </a:p>
          <a:p>
            <a:pPr indent="-514350" lvl="1" marL="9144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=Expected Yield on the New Loan</a:t>
            </a:r>
            <a:endParaRPr/>
          </a:p>
          <a:p>
            <a:pPr indent="-514350" lvl="2" marL="13144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For comparison, use a common time horizon (expected holding period of old loan)</a:t>
            </a:r>
            <a:endParaRPr/>
          </a:p>
          <a:p>
            <a:pPr indent="-514350" lvl="2" marL="13144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Consider disbursement discount points and pre-payment penalty over the time horizon</a:t>
            </a:r>
            <a:endParaRPr/>
          </a:p>
          <a:p>
            <a:pPr indent="-514350" lvl="2" marL="13144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(Note: Market OCC is independent of loan amount, so assume a $1 loan.)</a:t>
            </a:r>
            <a:endParaRPr/>
          </a:p>
          <a:p>
            <a:pPr indent="-514350" lvl="0" marL="5143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/>
              <a:t>PV of Old Loan Liability</a:t>
            </a:r>
            <a:endParaRPr/>
          </a:p>
          <a:p>
            <a:pPr indent="-514350" lvl="1" marL="9144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=PV of Expected Cash Flows on Old Loan, discounted at the market OCC</a:t>
            </a:r>
            <a:endParaRPr/>
          </a:p>
          <a:p>
            <a:pPr indent="-514350" lvl="0" marL="5143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/>
              <a:t>Calculate the NPV of Refinancing </a:t>
            </a:r>
            <a:endParaRPr/>
          </a:p>
          <a:p>
            <a:pPr indent="-514350" lvl="1" marL="9144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NPV = Benefits – Costs – Transaction Costs</a:t>
            </a:r>
            <a:endParaRPr/>
          </a:p>
          <a:p>
            <a:pPr indent="-514350" lvl="1" marL="9144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NPV = (PV of Old Loan Liability) – (Old Loan Liquidating Payment) – Transaction Costs</a:t>
            </a:r>
            <a:endParaRPr/>
          </a:p>
        </p:txBody>
      </p:sp>
      <p:sp>
        <p:nvSpPr>
          <p:cNvPr id="252" name="Google Shape;252;p25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Shortcut Approach - Insights</a:t>
            </a:r>
            <a:endParaRPr/>
          </a:p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Independent of New Loan amount, or even the source of capital for payoff.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“Does it make sense to exercise the old loan’s prepayment option?”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Compares the </a:t>
            </a:r>
            <a:r>
              <a:rPr b="1" i="1" lang="en-US"/>
              <a:t>liability of the old loan </a:t>
            </a:r>
            <a:r>
              <a:rPr lang="en-US"/>
              <a:t>payments with </a:t>
            </a:r>
            <a:r>
              <a:rPr b="1" i="1" lang="en-US"/>
              <a:t>cash required to pay it off</a:t>
            </a:r>
            <a:r>
              <a:rPr lang="en-US"/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9" name="Google Shape;259;p26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Prepayment Option Value</a:t>
            </a:r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Prepayment Option is an Asset to the Borrower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In paying off the loan, the borrower extinguishes this prepayment option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What is the prepayment option value? Conceptually,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Refinancing next year, or some year in the future, may have a higher NPV than refinancing today.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You could estimate future refinancing NPVs under some probabilistic future interest rate forecast. (e.g. 30% chance that rates fall 50 basis points; 70% chance that rates increase 100 basis points)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Discount these future NPVs to today to estimate the prepayment option value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/>
              <a:t>Calculating the prepayment option value is not required in this course.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27"/>
          <p:cNvSpPr txBox="1"/>
          <p:nvPr>
            <p:ph idx="12" type="sldNum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oe Walsh, Generic Copyright">
  <a:themeElements>
    <a:clrScheme name="">
      <a:dk1>
        <a:srgbClr val="000000"/>
      </a:dk1>
      <a:lt1>
        <a:srgbClr val="FFFFFF"/>
      </a:lt1>
      <a:dk2>
        <a:srgbClr val="A92026"/>
      </a:dk2>
      <a:lt2>
        <a:srgbClr val="808080"/>
      </a:lt2>
      <a:accent1>
        <a:srgbClr val="C19A25"/>
      </a:accent1>
      <a:accent2>
        <a:srgbClr val="A41E21"/>
      </a:accent2>
      <a:accent3>
        <a:srgbClr val="FFFFFF"/>
      </a:accent3>
      <a:accent4>
        <a:srgbClr val="000000"/>
      </a:accent4>
      <a:accent5>
        <a:srgbClr val="DDCAAC"/>
      </a:accent5>
      <a:accent6>
        <a:srgbClr val="941A1D"/>
      </a:accent6>
      <a:hlink>
        <a:srgbClr val="929199"/>
      </a:hlink>
      <a:folHlink>
        <a:srgbClr val="6F6E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A92026"/>
    </a:dk2>
    <a:lt2>
      <a:srgbClr val="808080"/>
    </a:lt2>
    <a:accent1>
      <a:srgbClr val="C19A25"/>
    </a:accent1>
    <a:accent2>
      <a:srgbClr val="A41E21"/>
    </a:accent2>
    <a:accent3>
      <a:srgbClr val="FFFFFF"/>
    </a:accent3>
    <a:accent4>
      <a:srgbClr val="000000"/>
    </a:accent4>
    <a:accent5>
      <a:srgbClr val="DDCAAC"/>
    </a:accent5>
    <a:accent6>
      <a:srgbClr val="941A1D"/>
    </a:accent6>
    <a:hlink>
      <a:srgbClr val="929199"/>
    </a:hlink>
    <a:folHlink>
      <a:srgbClr val="6F6E6D"/>
    </a:folHlink>
  </a:clrScheme>
  <a:fontScheme name="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A92026"/>
    </a:dk2>
    <a:lt2>
      <a:srgbClr val="808080"/>
    </a:lt2>
    <a:accent1>
      <a:srgbClr val="C19A25"/>
    </a:accent1>
    <a:accent2>
      <a:srgbClr val="A41E21"/>
    </a:accent2>
    <a:accent3>
      <a:srgbClr val="FFFFFF"/>
    </a:accent3>
    <a:accent4>
      <a:srgbClr val="000000"/>
    </a:accent4>
    <a:accent5>
      <a:srgbClr val="DDCAAC"/>
    </a:accent5>
    <a:accent6>
      <a:srgbClr val="941A1D"/>
    </a:accent6>
    <a:hlink>
      <a:srgbClr val="929199"/>
    </a:hlink>
    <a:folHlink>
      <a:srgbClr val="6F6E6D"/>
    </a:folHlink>
  </a:clrScheme>
  <a:fontScheme name="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A92026"/>
    </a:dk2>
    <a:lt2>
      <a:srgbClr val="808080"/>
    </a:lt2>
    <a:accent1>
      <a:srgbClr val="C19A25"/>
    </a:accent1>
    <a:accent2>
      <a:srgbClr val="A41E21"/>
    </a:accent2>
    <a:accent3>
      <a:srgbClr val="FFFFFF"/>
    </a:accent3>
    <a:accent4>
      <a:srgbClr val="000000"/>
    </a:accent4>
    <a:accent5>
      <a:srgbClr val="DDCAAC"/>
    </a:accent5>
    <a:accent6>
      <a:srgbClr val="941A1D"/>
    </a:accent6>
    <a:hlink>
      <a:srgbClr val="929199"/>
    </a:hlink>
    <a:folHlink>
      <a:srgbClr val="6F6E6D"/>
    </a:folHlink>
  </a:clrScheme>
  <a:fontScheme name="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A92026"/>
    </a:dk2>
    <a:lt2>
      <a:srgbClr val="808080"/>
    </a:lt2>
    <a:accent1>
      <a:srgbClr val="C19A25"/>
    </a:accent1>
    <a:accent2>
      <a:srgbClr val="A41E21"/>
    </a:accent2>
    <a:accent3>
      <a:srgbClr val="FFFFFF"/>
    </a:accent3>
    <a:accent4>
      <a:srgbClr val="000000"/>
    </a:accent4>
    <a:accent5>
      <a:srgbClr val="DDCAAC"/>
    </a:accent5>
    <a:accent6>
      <a:srgbClr val="941A1D"/>
    </a:accent6>
    <a:hlink>
      <a:srgbClr val="929199"/>
    </a:hlink>
    <a:folHlink>
      <a:srgbClr val="6F6E6D"/>
    </a:folHlink>
  </a:clrScheme>
  <a:fontScheme name="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A92026"/>
    </a:dk2>
    <a:lt2>
      <a:srgbClr val="808080"/>
    </a:lt2>
    <a:accent1>
      <a:srgbClr val="C19A25"/>
    </a:accent1>
    <a:accent2>
      <a:srgbClr val="A41E21"/>
    </a:accent2>
    <a:accent3>
      <a:srgbClr val="FFFFFF"/>
    </a:accent3>
    <a:accent4>
      <a:srgbClr val="000000"/>
    </a:accent4>
    <a:accent5>
      <a:srgbClr val="DDCAAC"/>
    </a:accent5>
    <a:accent6>
      <a:srgbClr val="941A1D"/>
    </a:accent6>
    <a:hlink>
      <a:srgbClr val="929199"/>
    </a:hlink>
    <a:folHlink>
      <a:srgbClr val="6F6E6D"/>
    </a:folHlink>
  </a:clrScheme>
  <a:fontScheme name="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2000-11-21T12:50:15Z</dcterms:created>
  <dc:creator>Joe Walsh</dc:creator>
</cp:coreProperties>
</file>